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theme/themeOverride1.xml" ContentType="application/vnd.openxmlformats-officedocument.themeOverride+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Default Extension="png" ContentType="image/png"/>
  <Default Extension="bin" ContentType="application/vnd.openxmlformats-officedocument.oleObject"/>
  <Override PartName="/ppt/notesSlides/notesSlide1.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handoutMasters/handoutMaster1.xml" ContentType="application/vnd.openxmlformats-officedocument.presentationml.handoutMaster+xml"/>
  <Override PartName="/ppt/slideLayouts/slideLayout59.xml" ContentType="application/vnd.openxmlformats-officedocument.presentationml.slideLayout+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1" r:id="rId2"/>
    <p:sldMasterId id="2147483683" r:id="rId3"/>
    <p:sldMasterId id="2147483695" r:id="rId4"/>
  </p:sldMasterIdLst>
  <p:notesMasterIdLst>
    <p:notesMasterId r:id="rId14"/>
  </p:notesMasterIdLst>
  <p:handoutMasterIdLst>
    <p:handoutMasterId r:id="rId15"/>
  </p:handoutMasterIdLst>
  <p:sldIdLst>
    <p:sldId id="1078" r:id="rId5"/>
    <p:sldId id="1129" r:id="rId6"/>
    <p:sldId id="1128" r:id="rId7"/>
    <p:sldId id="1123" r:id="rId8"/>
    <p:sldId id="1124" r:id="rId9"/>
    <p:sldId id="1125" r:id="rId10"/>
    <p:sldId id="1130" r:id="rId11"/>
    <p:sldId id="1127" r:id="rId12"/>
    <p:sldId id="1122" r:id="rId13"/>
  </p:sldIdLst>
  <p:sldSz cx="9144000" cy="6858000" type="screen4x3"/>
  <p:notesSz cx="6761163" cy="9942513"/>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华文仿宋" panose="02010600040101010101" charset="-122"/>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华文仿宋" panose="02010600040101010101" charset="-122"/>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华文仿宋" panose="02010600040101010101" charset="-122"/>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华文仿宋" panose="02010600040101010101" charset="-122"/>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华文仿宋" panose="02010600040101010101" charset="-122"/>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华文仿宋" panose="02010600040101010101" charset="-122"/>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华文仿宋" panose="02010600040101010101" charset="-122"/>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华文仿宋" panose="02010600040101010101" charset="-122"/>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华文仿宋" panose="02010600040101010101" charset="-122"/>
      </a:defRPr>
    </a:lvl9pPr>
  </p:defaultTextStyle>
  <p:extLst>
    <p:ext uri="{EFAFB233-063F-42B5-8137-9DF3F51BA10A}">
      <p15:sldGuideLst xmlns="" xmlns:p15="http://schemas.microsoft.com/office/powerpoint/2012/main">
        <p15:guide id="1" orient="horz" pos="2136">
          <p15:clr>
            <a:srgbClr val="A4A3A4"/>
          </p15:clr>
        </p15:guide>
        <p15:guide id="2" pos="289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DD8047"/>
    <a:srgbClr val="0432FF"/>
    <a:srgbClr val="242480"/>
    <a:srgbClr val="3737C3"/>
    <a:srgbClr val="FFC000"/>
    <a:srgbClr val="5555CF"/>
    <a:srgbClr val="F1F3F5"/>
    <a:srgbClr val="EBEEF1"/>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9808" autoAdjust="0"/>
    <p:restoredTop sz="78506" autoAdjust="0"/>
  </p:normalViewPr>
  <p:slideViewPr>
    <p:cSldViewPr>
      <p:cViewPr varScale="1">
        <p:scale>
          <a:sx n="114" d="100"/>
          <a:sy n="114" d="100"/>
        </p:scale>
        <p:origin x="-1860" y="-96"/>
      </p:cViewPr>
      <p:guideLst>
        <p:guide orient="horz" pos="2136"/>
        <p:guide pos="2890"/>
      </p:guideLst>
    </p:cSldViewPr>
  </p:slideViewPr>
  <p:outlineViewPr>
    <p:cViewPr>
      <p:scale>
        <a:sx n="33" d="100"/>
        <a:sy n="33" d="100"/>
      </p:scale>
      <p:origin x="24" y="1218"/>
    </p:cViewPr>
  </p:outlineViewPr>
  <p:notesTextViewPr>
    <p:cViewPr>
      <p:scale>
        <a:sx n="100" d="100"/>
        <a:sy n="100" d="100"/>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30525"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zh-CN" altLang="en-US"/>
          </a:p>
        </p:txBody>
      </p:sp>
      <p:sp>
        <p:nvSpPr>
          <p:cNvPr id="3" name="日期占位符 2"/>
          <p:cNvSpPr>
            <a:spLocks noGrp="1"/>
          </p:cNvSpPr>
          <p:nvPr>
            <p:ph type="dt" sz="quarter" idx="1"/>
          </p:nvPr>
        </p:nvSpPr>
        <p:spPr>
          <a:xfrm>
            <a:off x="3829050" y="0"/>
            <a:ext cx="2930525" cy="4968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6989DF0C-FCD1-4EB7-A9FB-C84BA07CD291}" type="datetimeFigureOut">
              <a:rPr lang="zh-CN" altLang="en-US"/>
              <a:pPr>
                <a:defRPr/>
              </a:pPr>
              <a:t>2018/8/7</a:t>
            </a:fld>
            <a:endParaRPr lang="zh-CN" altLang="en-US"/>
          </a:p>
        </p:txBody>
      </p:sp>
      <p:sp>
        <p:nvSpPr>
          <p:cNvPr id="4" name="页脚占位符 3"/>
          <p:cNvSpPr>
            <a:spLocks noGrp="1"/>
          </p:cNvSpPr>
          <p:nvPr>
            <p:ph type="ftr" sz="quarter" idx="2"/>
          </p:nvPr>
        </p:nvSpPr>
        <p:spPr>
          <a:xfrm>
            <a:off x="0" y="9444038"/>
            <a:ext cx="2930525"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zh-CN" altLang="en-US"/>
          </a:p>
        </p:txBody>
      </p:sp>
      <p:sp>
        <p:nvSpPr>
          <p:cNvPr id="5" name="灯片编号占位符 4"/>
          <p:cNvSpPr>
            <a:spLocks noGrp="1"/>
          </p:cNvSpPr>
          <p:nvPr>
            <p:ph type="sldNum" sz="quarter" idx="3"/>
          </p:nvPr>
        </p:nvSpPr>
        <p:spPr>
          <a:xfrm>
            <a:off x="3829050" y="9444038"/>
            <a:ext cx="2930525" cy="4968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320EEDF4-1240-471C-86DD-62E4B2149F65}" type="slidenum">
              <a:rPr lang="zh-CN" altLang="en-US"/>
              <a:pPr>
                <a:defRPr/>
              </a:pPr>
              <a:t>‹#›</a:t>
            </a:fld>
            <a:endParaRPr lang="zh-CN" altLang="en-US"/>
          </a:p>
        </p:txBody>
      </p:sp>
    </p:spTree>
    <p:extLst>
      <p:ext uri="{BB962C8B-B14F-4D97-AF65-F5344CB8AC3E}">
        <p14:creationId xmlns="" xmlns:p14="http://schemas.microsoft.com/office/powerpoint/2010/main" val="29322926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30525"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zh-CN" altLang="en-US"/>
          </a:p>
        </p:txBody>
      </p:sp>
      <p:sp>
        <p:nvSpPr>
          <p:cNvPr id="3" name="日期占位符 2"/>
          <p:cNvSpPr>
            <a:spLocks noGrp="1"/>
          </p:cNvSpPr>
          <p:nvPr>
            <p:ph type="dt" idx="1"/>
          </p:nvPr>
        </p:nvSpPr>
        <p:spPr>
          <a:xfrm>
            <a:off x="3829050" y="0"/>
            <a:ext cx="2930525" cy="4968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C68522FF-C6C5-405C-B34B-C77136E7C22E}" type="datetimeFigureOut">
              <a:rPr lang="zh-CN" altLang="en-US"/>
              <a:pPr>
                <a:defRPr/>
              </a:pPr>
              <a:t>2018/8/7</a:t>
            </a:fld>
            <a:endParaRPr lang="zh-CN" altLang="en-US"/>
          </a:p>
        </p:txBody>
      </p:sp>
      <p:sp>
        <p:nvSpPr>
          <p:cNvPr id="4" name="幻灯片图像占位符 3"/>
          <p:cNvSpPr>
            <a:spLocks noGrp="1" noRot="1" noChangeAspect="1"/>
          </p:cNvSpPr>
          <p:nvPr>
            <p:ph type="sldImg" idx="2"/>
          </p:nvPr>
        </p:nvSpPr>
        <p:spPr>
          <a:xfrm>
            <a:off x="896938" y="746125"/>
            <a:ext cx="4967287" cy="372745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6275" y="4722813"/>
            <a:ext cx="5408613" cy="4473575"/>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44038"/>
            <a:ext cx="2930525"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zh-CN" altLang="en-US"/>
          </a:p>
        </p:txBody>
      </p:sp>
      <p:sp>
        <p:nvSpPr>
          <p:cNvPr id="7" name="灯片编号占位符 6"/>
          <p:cNvSpPr>
            <a:spLocks noGrp="1"/>
          </p:cNvSpPr>
          <p:nvPr>
            <p:ph type="sldNum" sz="quarter" idx="5"/>
          </p:nvPr>
        </p:nvSpPr>
        <p:spPr>
          <a:xfrm>
            <a:off x="3829050" y="9444038"/>
            <a:ext cx="2930525" cy="4968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817A19C5-F281-4A42-BC4D-CA02999D5EF2}" type="slidenum">
              <a:rPr lang="zh-CN" altLang="en-US"/>
              <a:pPr>
                <a:defRPr/>
              </a:pPr>
              <a:t>‹#›</a:t>
            </a:fld>
            <a:endParaRPr lang="zh-CN" altLang="en-US"/>
          </a:p>
        </p:txBody>
      </p:sp>
    </p:spTree>
    <p:extLst>
      <p:ext uri="{BB962C8B-B14F-4D97-AF65-F5344CB8AC3E}">
        <p14:creationId xmlns="" xmlns:p14="http://schemas.microsoft.com/office/powerpoint/2010/main" val="231923731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幻灯片图像占位符 1"/>
          <p:cNvSpPr>
            <a:spLocks noGrp="1" noRot="1" noChangeAspect="1"/>
          </p:cNvSpPr>
          <p:nvPr>
            <p:ph type="sldImg"/>
          </p:nvPr>
        </p:nvSpPr>
        <p:spPr bwMode="auto">
          <a:noFill/>
          <a:ln>
            <a:solidFill>
              <a:srgbClr val="000000"/>
            </a:solidFill>
            <a:miter lim="800000"/>
          </a:ln>
        </p:spPr>
      </p:sp>
      <p:sp>
        <p:nvSpPr>
          <p:cNvPr id="237570" name="备注占位符 2"/>
          <p:cNvSpPr>
            <a:spLocks noGrp="1"/>
          </p:cNvSpPr>
          <p:nvPr>
            <p:ph type="body" idx="1"/>
          </p:nvPr>
        </p:nvSpPr>
        <p:spPr bwMode="auto">
          <a:noFill/>
        </p:spPr>
        <p:txBody>
          <a:bodyPr wrap="square" numCol="1" anchor="t" anchorCtr="0" compatLnSpc="1"/>
          <a:lstStyle/>
          <a:p>
            <a:pPr>
              <a:spcBef>
                <a:spcPct val="0"/>
              </a:spcBef>
            </a:pPr>
            <a:endParaRPr lang="zh-CN" altLang="en-US" dirty="0" smtClean="0"/>
          </a:p>
        </p:txBody>
      </p:sp>
      <p:sp>
        <p:nvSpPr>
          <p:cNvPr id="23757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E3E70D9F-1C21-428D-B19A-39975D97600C}" type="slidenum">
              <a:rPr lang="zh-CN" altLang="en-US">
                <a:cs typeface="华文仿宋" panose="02010600040101010101" charset="-122"/>
              </a:rPr>
              <a:pPr fontAlgn="base">
                <a:spcBef>
                  <a:spcPct val="0"/>
                </a:spcBef>
                <a:spcAft>
                  <a:spcPct val="0"/>
                </a:spcAft>
              </a:pPr>
              <a:t>1</a:t>
            </a:fld>
            <a:endParaRPr lang="en-US" altLang="zh-CN">
              <a:cs typeface="华文仿宋" panose="02010600040101010101" charset="-122"/>
            </a:endParaRPr>
          </a:p>
        </p:txBody>
      </p:sp>
    </p:spTree>
    <p:extLst>
      <p:ext uri="{BB962C8B-B14F-4D97-AF65-F5344CB8AC3E}">
        <p14:creationId xmlns="" xmlns:p14="http://schemas.microsoft.com/office/powerpoint/2010/main" val="4201873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3" name="幻灯片图像占位符 1"/>
          <p:cNvSpPr>
            <a:spLocks noGrp="1" noRot="1" noChangeAspect="1"/>
          </p:cNvSpPr>
          <p:nvPr>
            <p:ph type="sldImg"/>
          </p:nvPr>
        </p:nvSpPr>
        <p:spPr bwMode="auto">
          <a:noFill/>
          <a:ln>
            <a:solidFill>
              <a:srgbClr val="000000"/>
            </a:solidFill>
            <a:miter lim="800000"/>
          </a:ln>
        </p:spPr>
      </p:sp>
      <p:sp>
        <p:nvSpPr>
          <p:cNvPr id="294914" name="备注占位符 2"/>
          <p:cNvSpPr>
            <a:spLocks noGrp="1"/>
          </p:cNvSpPr>
          <p:nvPr>
            <p:ph type="body" idx="1"/>
          </p:nvPr>
        </p:nvSpPr>
        <p:spPr bwMode="auto">
          <a:noFill/>
        </p:spPr>
        <p:txBody>
          <a:bodyPr wrap="square" numCol="1" anchor="t" anchorCtr="0" compatLnSpc="1"/>
          <a:lstStyle/>
          <a:p>
            <a:pPr>
              <a:spcBef>
                <a:spcPct val="0"/>
              </a:spcBef>
            </a:pPr>
            <a:endParaRPr lang="zh-CN" altLang="en-US" smtClean="0"/>
          </a:p>
        </p:txBody>
      </p:sp>
      <p:sp>
        <p:nvSpPr>
          <p:cNvPr id="29491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4AAA4A30-F643-404A-80F4-58BF81F7EE2C}" type="slidenum">
              <a:rPr lang="zh-CN" altLang="en-US">
                <a:cs typeface="华文仿宋" panose="02010600040101010101" charset="-122"/>
              </a:rPr>
              <a:pPr fontAlgn="base">
                <a:spcBef>
                  <a:spcPct val="0"/>
                </a:spcBef>
                <a:spcAft>
                  <a:spcPct val="0"/>
                </a:spcAft>
              </a:pPr>
              <a:t>9</a:t>
            </a:fld>
            <a:endParaRPr lang="en-US" altLang="zh-CN">
              <a:cs typeface="华文仿宋" panose="02010600040101010101" charset="-122"/>
            </a:endParaRPr>
          </a:p>
        </p:txBody>
      </p:sp>
    </p:spTree>
    <p:extLst>
      <p:ext uri="{BB962C8B-B14F-4D97-AF65-F5344CB8AC3E}">
        <p14:creationId xmlns="" xmlns:p14="http://schemas.microsoft.com/office/powerpoint/2010/main" val="36040607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vmlDrawing" Target="../drawings/vmlDrawing1.vml"/><Relationship Id="rId4"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5" name="Rectangle 4"/>
          <p:cNvSpPr/>
          <p:nvPr/>
        </p:nvSpPr>
        <p:spPr>
          <a:xfrm>
            <a:off x="-9525" y="6477000"/>
            <a:ext cx="2249488" cy="288925"/>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6" name="Rectangle 5"/>
          <p:cNvSpPr/>
          <p:nvPr/>
        </p:nvSpPr>
        <p:spPr>
          <a:xfrm>
            <a:off x="2359025" y="6477000"/>
            <a:ext cx="6784975" cy="2809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pic>
        <p:nvPicPr>
          <p:cNvPr id="7" name="Picture 1" descr="E:\2013Qi\2012教育部奖 杰青申请 安徽省科技进步奖\申请资料\答辩PPT\ustclogo.jpg"/>
          <p:cNvPicPr>
            <a:picLocks noChangeAspect="1" noChangeArrowheads="1"/>
          </p:cNvPicPr>
          <p:nvPr userDrawn="1"/>
        </p:nvPicPr>
        <p:blipFill>
          <a:blip r:embed="rId3" cstate="print"/>
          <a:srcRect/>
          <a:stretch>
            <a:fillRect/>
          </a:stretch>
        </p:blipFill>
        <p:spPr bwMode="auto">
          <a:xfrm>
            <a:off x="142875" y="142875"/>
            <a:ext cx="1285875" cy="1279525"/>
          </a:xfrm>
          <a:prstGeom prst="rect">
            <a:avLst/>
          </a:prstGeom>
          <a:noFill/>
          <a:ln w="9525">
            <a:noFill/>
            <a:miter lim="800000"/>
            <a:headEnd/>
            <a:tailEnd/>
          </a:ln>
        </p:spPr>
      </p:pic>
      <p:sp>
        <p:nvSpPr>
          <p:cNvPr id="8" name="Title 7"/>
          <p:cNvSpPr>
            <a:spLocks noGrp="1"/>
          </p:cNvSpPr>
          <p:nvPr>
            <p:ph type="ctrTitle"/>
          </p:nvPr>
        </p:nvSpPr>
        <p:spPr>
          <a:xfrm>
            <a:off x="1259632" y="2132856"/>
            <a:ext cx="6477000" cy="1828800"/>
          </a:xfrm>
        </p:spPr>
        <p:txBody>
          <a:bodyPr anchor="b"/>
          <a:lstStyle>
            <a:lvl1pPr>
              <a:defRPr cap="none" baseline="0">
                <a:solidFill>
                  <a:schemeClr val="accent2">
                    <a:lumMod val="75000"/>
                  </a:schemeClr>
                </a:solidFill>
              </a:defRPr>
            </a:lvl1pPr>
          </a:lstStyle>
          <a:p>
            <a:r>
              <a:rPr lang="en-US" dirty="0"/>
              <a:t>Click to edit Master title style</a:t>
            </a:r>
          </a:p>
        </p:txBody>
      </p:sp>
      <p:sp>
        <p:nvSpPr>
          <p:cNvPr id="9" name="Subtitle 8"/>
          <p:cNvSpPr>
            <a:spLocks noGrp="1"/>
          </p:cNvSpPr>
          <p:nvPr>
            <p:ph type="subTitle" idx="1"/>
          </p:nvPr>
        </p:nvSpPr>
        <p:spPr>
          <a:xfrm>
            <a:off x="1115616" y="4437112"/>
            <a:ext cx="6705600" cy="685800"/>
          </a:xfrm>
        </p:spPr>
        <p:txBody>
          <a:bodyPr anchor="ctr">
            <a:normAutofit/>
          </a:bodyPr>
          <a:lstStyle>
            <a:lvl1pPr marL="0" indent="0" algn="l">
              <a:buNone/>
              <a:defRPr sz="2600" baseline="0">
                <a:solidFill>
                  <a:schemeClr val="bg1">
                    <a:lumMod val="95000"/>
                    <a:lumOff val="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6327648" cy="612648"/>
          </a:xfrm>
        </p:spPr>
        <p:txBody>
          <a:bodyPr/>
          <a:lstStyle>
            <a:lvl1pPr>
              <a:defRPr sz="3200" b="1" baseline="0"/>
            </a:lvl1pPr>
          </a:lstStyle>
          <a:p>
            <a:r>
              <a:rPr lang="en-US" dirty="0"/>
              <a:t>Click to edit Master title style</a:t>
            </a:r>
          </a:p>
        </p:txBody>
      </p:sp>
      <p:sp>
        <p:nvSpPr>
          <p:cNvPr id="8" name="Content Placeholder 7"/>
          <p:cNvSpPr>
            <a:spLocks noGrp="1"/>
          </p:cNvSpPr>
          <p:nvPr>
            <p:ph sz="quarter" idx="1"/>
          </p:nvPr>
        </p:nvSpPr>
        <p:spPr>
          <a:xfrm>
            <a:off x="179512" y="1268760"/>
            <a:ext cx="8640960" cy="4968552"/>
          </a:xfrm>
        </p:spPr>
        <p:txBody>
          <a:bodyPr/>
          <a:lstStyle>
            <a:lvl1pPr>
              <a:defRPr baseline="0">
                <a:latin typeface="Palatino Linotype" panose="02040502050505030304" pitchFamily="18" charset="0"/>
                <a:cs typeface="Calibri" panose="020F0502020204030204" pitchFamily="34" charset="0"/>
              </a:defRPr>
            </a:lvl1pPr>
            <a:lvl2pPr>
              <a:defRPr baseline="0">
                <a:latin typeface="Palatino Linotype" panose="02040502050505030304" pitchFamily="18" charset="0"/>
                <a:cs typeface="Calibri" panose="020F0502020204030204" pitchFamily="34" charset="0"/>
              </a:defRPr>
            </a:lvl2pPr>
            <a:lvl3pPr>
              <a:defRPr baseline="0">
                <a:latin typeface="Palatino Linotype" panose="02040502050505030304" pitchFamily="18" charset="0"/>
                <a:cs typeface="Calibri" panose="020F0502020204030204" pitchFamily="34" charset="0"/>
              </a:defRPr>
            </a:lvl3pPr>
            <a:lvl4pPr>
              <a:defRPr baseline="0">
                <a:latin typeface="Palatino Linotype" panose="02040502050505030304" pitchFamily="18" charset="0"/>
                <a:cs typeface="Calibri" panose="020F0502020204030204" pitchFamily="34" charset="0"/>
              </a:defRPr>
            </a:lvl4pPr>
            <a:lvl5pPr>
              <a:defRPr baseline="0">
                <a:latin typeface="Palatino Linotype" panose="02040502050505030304" pitchFamily="18"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13"/>
          <p:cNvSpPr>
            <a:spLocks noGrp="1"/>
          </p:cNvSpPr>
          <p:nvPr>
            <p:ph type="dt" sz="half" idx="10"/>
          </p:nvPr>
        </p:nvSpPr>
        <p:spPr/>
        <p:txBody>
          <a:bodyPr/>
          <a:lstStyle>
            <a:lvl1pPr>
              <a:defRPr/>
            </a:lvl1pPr>
          </a:lstStyle>
          <a:p>
            <a:pPr>
              <a:defRPr/>
            </a:pPr>
            <a:fld id="{F36063FF-376E-4579-B7E8-D5EABDCF5677}" type="datetime1">
              <a:rPr lang="en-US" altLang="zh-CN"/>
              <a:pPr>
                <a:defRPr/>
              </a:pPr>
              <a:t>8/7/2018</a:t>
            </a:fld>
            <a:endParaRPr lang="en-US" altLang="zh-CN"/>
          </a:p>
        </p:txBody>
      </p:sp>
      <p:sp>
        <p:nvSpPr>
          <p:cNvPr id="5" name="Slide Number Placeholder 22"/>
          <p:cNvSpPr>
            <a:spLocks noGrp="1"/>
          </p:cNvSpPr>
          <p:nvPr>
            <p:ph type="sldNum" sz="quarter" idx="11"/>
          </p:nvPr>
        </p:nvSpPr>
        <p:spPr/>
        <p:txBody>
          <a:bodyPr/>
          <a:lstStyle>
            <a:lvl1pPr>
              <a:defRPr/>
            </a:lvl1pPr>
          </a:lstStyle>
          <a:p>
            <a:pPr>
              <a:defRPr/>
            </a:pPr>
            <a:fld id="{467D10C6-15A9-45D8-B60C-ED0C3CC3B8D1}" type="slidenum">
              <a:rPr lang="zh-CN" altLang="en-US"/>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a:xfrm>
            <a:off x="6096000" y="6248400"/>
            <a:ext cx="2667000" cy="365125"/>
          </a:xfrm>
        </p:spPr>
        <p:txBody>
          <a:bodyPr/>
          <a:lstStyle>
            <a:lvl1pPr algn="l">
              <a:defRPr smtClean="0">
                <a:latin typeface="Tw Cen MT" panose="020B0602020104020603" pitchFamily="34" charset="0"/>
              </a:defRPr>
            </a:lvl1pPr>
          </a:lstStyle>
          <a:p>
            <a:pPr>
              <a:defRPr/>
            </a:pPr>
            <a:fld id="{C57D1274-41F0-443B-B121-42F8170B4952}" type="datetime1">
              <a:rPr lang="en-US" altLang="zh-CN"/>
              <a:pPr>
                <a:defRPr/>
              </a:pPr>
              <a:t>8/7/2018</a:t>
            </a:fld>
            <a:endParaRPr lang="en-US" altLang="zh-CN"/>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90F74E7C-F37A-438A-BD87-B9B701CE9FA2}" type="slidenum">
              <a:rPr lang="zh-CN" altLang="en-US"/>
              <a:pPr>
                <a:defRPr/>
              </a:pPr>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5" name="Rectangle 4"/>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6" name="Rectangle 5"/>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7" name="Rectangle 6"/>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a:xfrm>
            <a:off x="6096000" y="6248400"/>
            <a:ext cx="2667000" cy="365125"/>
          </a:xfrm>
        </p:spPr>
        <p:txBody>
          <a:bodyPr/>
          <a:lstStyle>
            <a:lvl1pPr algn="l">
              <a:defRPr smtClean="0">
                <a:latin typeface="Tw Cen MT" panose="020B0602020104020603" pitchFamily="34" charset="0"/>
              </a:defRPr>
            </a:lvl1pPr>
          </a:lstStyle>
          <a:p>
            <a:pPr>
              <a:defRPr/>
            </a:pPr>
            <a:fld id="{E0B4DA02-3FA7-455C-8F7F-EB21ADAD262F}" type="datetime1">
              <a:rPr lang="en-US" altLang="zh-CN"/>
              <a:pPr>
                <a:defRPr/>
              </a:pPr>
              <a:t>8/7/2018</a:t>
            </a:fld>
            <a:endParaRPr lang="en-US" altLang="zh-CN"/>
          </a:p>
        </p:txBody>
      </p:sp>
      <p:sp>
        <p:nvSpPr>
          <p:cNvPr id="10" name="Slide Number Placeholder 9"/>
          <p:cNvSpPr>
            <a:spLocks noGrp="1"/>
          </p:cNvSpPr>
          <p:nvPr>
            <p:ph type="sldNum" sz="quarter" idx="11"/>
          </p:nvPr>
        </p:nvSpPr>
        <p:spPr>
          <a:xfrm>
            <a:off x="0" y="1271588"/>
            <a:ext cx="533400" cy="244475"/>
          </a:xfrm>
        </p:spPr>
        <p:txBody>
          <a:bodyPr/>
          <a:lstStyle>
            <a:lvl1pPr>
              <a:defRPr>
                <a:solidFill>
                  <a:srgbClr val="FFFFFF"/>
                </a:solidFill>
              </a:defRPr>
            </a:lvl1pPr>
          </a:lstStyle>
          <a:p>
            <a:pPr>
              <a:defRPr/>
            </a:pPr>
            <a:fld id="{9B9E180A-4A7E-4402-8FFA-1F8D3D8F4009}" type="slidenum">
              <a:rPr lang="zh-CN" altLang="en-US"/>
              <a:pPr>
                <a:defRPr/>
              </a:pPr>
              <a:t>‹#›</a:t>
            </a:fld>
            <a:endParaRPr lang="en-US" altLang="zh-CN"/>
          </a:p>
        </p:txBody>
      </p:sp>
      <p:sp>
        <p:nvSpPr>
          <p:cNvPr id="12" name="Footer Placeholder 11"/>
          <p:cNvSpPr>
            <a:spLocks noGrp="1"/>
          </p:cNvSpPr>
          <p:nvPr>
            <p:ph type="ftr" sz="quarter" idx="12"/>
          </p:nvPr>
        </p:nvSpPr>
        <p:spPr>
          <a:xfrm>
            <a:off x="609600" y="6248400"/>
            <a:ext cx="5421313" cy="365125"/>
          </a:xfrm>
          <a:prstGeom prst="rect">
            <a:avLst/>
          </a:prstGeom>
        </p:spPr>
        <p:txBody>
          <a:bodyPr/>
          <a:lstStyle>
            <a:lvl1pPr algn="r" fontAlgn="auto">
              <a:spcBef>
                <a:spcPts val="0"/>
              </a:spcBef>
              <a:spcAft>
                <a:spcPts val="0"/>
              </a:spcAft>
              <a:defRPr dirty="0">
                <a:latin typeface="Tw Cen MT" panose="020B0602020104020603" pitchFamily="34" charset="0"/>
                <a:ea typeface="+mn-ea"/>
                <a:cs typeface="+mn-cs"/>
              </a:defRPr>
            </a:lvl1pPr>
          </a:lstStyle>
          <a:p>
            <a:pPr>
              <a:defRPr/>
            </a:pPr>
            <a:r>
              <a:rPr lang="zh-CN" altLang="en-US"/>
              <a:t> 情境感知的信息推荐方法</a:t>
            </a: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0" name="Date Placeholder 9"/>
          <p:cNvSpPr>
            <a:spLocks noGrp="1"/>
          </p:cNvSpPr>
          <p:nvPr>
            <p:ph type="dt" sz="half" idx="10"/>
          </p:nvPr>
        </p:nvSpPr>
        <p:spPr>
          <a:xfrm>
            <a:off x="6096000" y="6248400"/>
            <a:ext cx="2667000" cy="365125"/>
          </a:xfrm>
        </p:spPr>
        <p:txBody>
          <a:bodyPr/>
          <a:lstStyle>
            <a:lvl1pPr algn="l">
              <a:defRPr smtClean="0">
                <a:latin typeface="Tw Cen MT" panose="020B0602020104020603" pitchFamily="34" charset="0"/>
              </a:defRPr>
            </a:lvl1pPr>
          </a:lstStyle>
          <a:p>
            <a:pPr>
              <a:defRPr/>
            </a:pPr>
            <a:fld id="{EF83579D-69FE-48BA-A3EF-B1576FBA92DC}" type="datetime1">
              <a:rPr lang="en-US" altLang="zh-CN"/>
              <a:pPr>
                <a:defRPr/>
              </a:pPr>
              <a:t>8/7/2018</a:t>
            </a:fld>
            <a:endParaRPr lang="en-US" altLang="zh-CN"/>
          </a:p>
        </p:txBody>
      </p:sp>
      <p:sp>
        <p:nvSpPr>
          <p:cNvPr id="12" name="Slide Number Placeholder 11"/>
          <p:cNvSpPr>
            <a:spLocks noGrp="1"/>
          </p:cNvSpPr>
          <p:nvPr>
            <p:ph type="sldNum" sz="quarter" idx="11"/>
          </p:nvPr>
        </p:nvSpPr>
        <p:spPr>
          <a:xfrm>
            <a:off x="0" y="1271588"/>
            <a:ext cx="533400" cy="244475"/>
          </a:xfrm>
        </p:spPr>
        <p:txBody>
          <a:bodyPr/>
          <a:lstStyle>
            <a:lvl1pPr>
              <a:defRPr>
                <a:solidFill>
                  <a:srgbClr val="FFFFFF"/>
                </a:solidFill>
              </a:defRPr>
            </a:lvl1pPr>
          </a:lstStyle>
          <a:p>
            <a:pPr>
              <a:defRPr/>
            </a:pPr>
            <a:fld id="{4B94BCBA-11C3-49FF-B2F5-5131EB23A89D}" type="slidenum">
              <a:rPr lang="zh-CN" altLang="en-US"/>
              <a:pPr>
                <a:defRPr/>
              </a:pPr>
              <a:t>‹#›</a:t>
            </a:fld>
            <a:endParaRPr lang="en-US" altLang="zh-CN"/>
          </a:p>
        </p:txBody>
      </p:sp>
      <p:sp>
        <p:nvSpPr>
          <p:cNvPr id="14" name="Footer Placeholder 13"/>
          <p:cNvSpPr>
            <a:spLocks noGrp="1"/>
          </p:cNvSpPr>
          <p:nvPr>
            <p:ph type="ftr" sz="quarter" idx="12"/>
          </p:nvPr>
        </p:nvSpPr>
        <p:spPr>
          <a:xfrm>
            <a:off x="609600" y="6248400"/>
            <a:ext cx="5421313" cy="365125"/>
          </a:xfrm>
          <a:prstGeom prst="rect">
            <a:avLst/>
          </a:prstGeom>
        </p:spPr>
        <p:txBody>
          <a:bodyPr/>
          <a:lstStyle>
            <a:lvl1pPr algn="r" fontAlgn="auto">
              <a:spcBef>
                <a:spcPts val="0"/>
              </a:spcBef>
              <a:spcAft>
                <a:spcPts val="0"/>
              </a:spcAft>
              <a:defRPr dirty="0">
                <a:latin typeface="Tw Cen MT" panose="020B0602020104020603" pitchFamily="34" charset="0"/>
                <a:ea typeface="+mn-ea"/>
                <a:cs typeface="+mn-cs"/>
              </a:defRPr>
            </a:lvl1pPr>
          </a:lstStyle>
          <a:p>
            <a:pPr>
              <a:defRPr/>
            </a:pPr>
            <a:r>
              <a:rPr lang="zh-CN" altLang="en-US"/>
              <a:t>基于用户兴趣建模的推荐方法及应用研究</a:t>
            </a: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smtClean="0"/>
            </a:lvl1pPr>
          </a:lstStyle>
          <a:p>
            <a:pPr>
              <a:defRPr/>
            </a:pPr>
            <a:fld id="{DA03470E-E235-41C3-9C75-245C560FF842}" type="datetime1">
              <a:rPr lang="en-US" altLang="zh-CN"/>
              <a:pPr>
                <a:defRPr/>
              </a:pPr>
              <a:t>8/7/2018</a:t>
            </a:fld>
            <a:endParaRPr lang="en-US" altLang="zh-CN"/>
          </a:p>
        </p:txBody>
      </p:sp>
      <p:sp>
        <p:nvSpPr>
          <p:cNvPr id="4" name="Footer Placeholder 2"/>
          <p:cNvSpPr>
            <a:spLocks noGrp="1"/>
          </p:cNvSpPr>
          <p:nvPr>
            <p:ph type="ftr" sz="quarter" idx="11"/>
          </p:nvPr>
        </p:nvSpPr>
        <p:spPr>
          <a:xfrm>
            <a:off x="381000" y="6400800"/>
            <a:ext cx="5421313" cy="212725"/>
          </a:xfrm>
          <a:prstGeom prst="rect">
            <a:avLst/>
          </a:prstGeom>
        </p:spPr>
        <p:txBody>
          <a:bodyPr/>
          <a:lstStyle>
            <a:lvl1pPr fontAlgn="auto">
              <a:spcBef>
                <a:spcPts val="0"/>
              </a:spcBef>
              <a:spcAft>
                <a:spcPts val="0"/>
              </a:spcAft>
              <a:defRPr dirty="0">
                <a:latin typeface="+mn-lt"/>
                <a:ea typeface="+mn-ea"/>
                <a:cs typeface="+mn-cs"/>
              </a:defRPr>
            </a:lvl1pPr>
          </a:lstStyle>
          <a:p>
            <a:pPr>
              <a:defRPr/>
            </a:pPr>
            <a:r>
              <a:rPr lang="zh-CN" altLang="en-US"/>
              <a:t> 情境感知的信息推荐方法</a:t>
            </a:r>
            <a:endParaRPr lang="en-US" altLang="zh-CN"/>
          </a:p>
        </p:txBody>
      </p:sp>
      <p:sp>
        <p:nvSpPr>
          <p:cNvPr id="5" name="Slide Number Placeholder 22"/>
          <p:cNvSpPr>
            <a:spLocks noGrp="1"/>
          </p:cNvSpPr>
          <p:nvPr>
            <p:ph type="sldNum" sz="quarter" idx="12"/>
          </p:nvPr>
        </p:nvSpPr>
        <p:spPr/>
        <p:txBody>
          <a:bodyPr/>
          <a:lstStyle>
            <a:lvl1pPr>
              <a:defRPr/>
            </a:lvl1pPr>
          </a:lstStyle>
          <a:p>
            <a:pPr>
              <a:defRPr/>
            </a:pPr>
            <a:fld id="{3851F0F0-517C-423F-B457-F6186B4C46D2}" type="slidenum">
              <a:rPr lang="zh-CN" altLang="en-US"/>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0" y="6248400"/>
            <a:ext cx="2667000" cy="365125"/>
          </a:xfrm>
        </p:spPr>
        <p:txBody>
          <a:bodyPr/>
          <a:lstStyle>
            <a:lvl1pPr algn="l">
              <a:defRPr smtClean="0">
                <a:latin typeface="Tw Cen MT" panose="020B0602020104020603" pitchFamily="34" charset="0"/>
              </a:defRPr>
            </a:lvl1pPr>
          </a:lstStyle>
          <a:p>
            <a:pPr>
              <a:defRPr/>
            </a:pPr>
            <a:fld id="{8597E5E5-BDD6-485D-AFB5-FE2B637F8D1C}" type="datetime1">
              <a:rPr lang="en-US" altLang="zh-CN"/>
              <a:pPr>
                <a:defRPr/>
              </a:pPr>
              <a:t>8/7/2018</a:t>
            </a:fld>
            <a:endParaRPr lang="en-US" altLang="zh-CN"/>
          </a:p>
        </p:txBody>
      </p:sp>
      <p:sp>
        <p:nvSpPr>
          <p:cNvPr id="3" name="Footer Placeholder 2"/>
          <p:cNvSpPr>
            <a:spLocks noGrp="1"/>
          </p:cNvSpPr>
          <p:nvPr>
            <p:ph type="ftr" sz="quarter" idx="11"/>
          </p:nvPr>
        </p:nvSpPr>
        <p:spPr>
          <a:xfrm>
            <a:off x="609600" y="6248400"/>
            <a:ext cx="5421313" cy="365125"/>
          </a:xfrm>
          <a:prstGeom prst="rect">
            <a:avLst/>
          </a:prstGeom>
        </p:spPr>
        <p:txBody>
          <a:bodyPr/>
          <a:lstStyle>
            <a:lvl1pPr algn="r" fontAlgn="auto">
              <a:spcBef>
                <a:spcPts val="0"/>
              </a:spcBef>
              <a:spcAft>
                <a:spcPts val="0"/>
              </a:spcAft>
              <a:defRPr dirty="0">
                <a:latin typeface="Tw Cen MT" panose="020B0602020104020603" pitchFamily="34" charset="0"/>
                <a:ea typeface="+mn-ea"/>
                <a:cs typeface="+mn-cs"/>
              </a:defRPr>
            </a:lvl1pPr>
          </a:lstStyle>
          <a:p>
            <a:pPr>
              <a:defRPr/>
            </a:pPr>
            <a:r>
              <a:rPr lang="zh-CN" altLang="en-US"/>
              <a:t> 情境感知的信息推荐方法</a:t>
            </a:r>
            <a:endParaRPr lang="en-US" altLang="zh-CN"/>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A72D31C3-6256-4417-A119-B81F25FC4A23}" type="slidenum">
              <a:rPr lang="zh-CN" altLang="en-US"/>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smtClean="0"/>
            </a:lvl1pPr>
          </a:lstStyle>
          <a:p>
            <a:pPr>
              <a:defRPr/>
            </a:pPr>
            <a:fld id="{884FF1E1-4BAE-4C11-9B9E-6C181A27B345}" type="datetime1">
              <a:rPr lang="en-US" altLang="zh-CN"/>
              <a:pPr>
                <a:defRPr/>
              </a:pPr>
              <a:t>8/7/2018</a:t>
            </a:fld>
            <a:endParaRPr lang="en-US" altLang="zh-CN"/>
          </a:p>
        </p:txBody>
      </p:sp>
      <p:sp>
        <p:nvSpPr>
          <p:cNvPr id="6" name="Footer Placeholder 2"/>
          <p:cNvSpPr>
            <a:spLocks noGrp="1"/>
          </p:cNvSpPr>
          <p:nvPr>
            <p:ph type="ftr" sz="quarter" idx="11"/>
          </p:nvPr>
        </p:nvSpPr>
        <p:spPr>
          <a:xfrm>
            <a:off x="381000" y="6400800"/>
            <a:ext cx="5421313" cy="212725"/>
          </a:xfrm>
          <a:prstGeom prst="rect">
            <a:avLst/>
          </a:prstGeom>
        </p:spPr>
        <p:txBody>
          <a:bodyPr/>
          <a:lstStyle>
            <a:lvl1pPr fontAlgn="auto">
              <a:spcBef>
                <a:spcPts val="0"/>
              </a:spcBef>
              <a:spcAft>
                <a:spcPts val="0"/>
              </a:spcAft>
              <a:defRPr dirty="0">
                <a:latin typeface="+mn-lt"/>
                <a:ea typeface="+mn-ea"/>
                <a:cs typeface="+mn-cs"/>
              </a:defRPr>
            </a:lvl1pPr>
          </a:lstStyle>
          <a:p>
            <a:pPr>
              <a:defRPr/>
            </a:pPr>
            <a:r>
              <a:rPr lang="zh-CN" altLang="en-US"/>
              <a:t> 情境感知的信息推荐方法</a:t>
            </a:r>
            <a:endParaRPr lang="en-US" altLang="zh-CN"/>
          </a:p>
        </p:txBody>
      </p:sp>
      <p:sp>
        <p:nvSpPr>
          <p:cNvPr id="7" name="Slide Number Placeholder 22"/>
          <p:cNvSpPr>
            <a:spLocks noGrp="1"/>
          </p:cNvSpPr>
          <p:nvPr>
            <p:ph type="sldNum" sz="quarter" idx="12"/>
          </p:nvPr>
        </p:nvSpPr>
        <p:spPr/>
        <p:txBody>
          <a:bodyPr/>
          <a:lstStyle>
            <a:lvl1pPr>
              <a:defRPr/>
            </a:lvl1pPr>
          </a:lstStyle>
          <a:p>
            <a:pPr>
              <a:defRPr/>
            </a:pPr>
            <a:fld id="{18354D9A-203B-4F0F-BD4C-6E652B777BD8}" type="slidenum">
              <a:rPr lang="zh-CN" altLang="en-US"/>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a:lstStyle>
            <a:lvl1pPr algn="l">
              <a:defRPr smtClean="0">
                <a:latin typeface="Tw Cen MT" panose="020B0602020104020603" pitchFamily="34" charset="0"/>
              </a:defRPr>
            </a:lvl1pPr>
          </a:lstStyle>
          <a:p>
            <a:pPr>
              <a:defRPr/>
            </a:pPr>
            <a:fld id="{A8BC64C2-40C4-4D60-A8BC-4470B08CA167}" type="datetime1">
              <a:rPr lang="en-US" altLang="zh-CN"/>
              <a:pPr>
                <a:defRPr/>
              </a:pPr>
              <a:t>8/7/2018</a:t>
            </a:fld>
            <a:endParaRPr lang="en-US" altLang="zh-CN"/>
          </a:p>
        </p:txBody>
      </p:sp>
      <p:sp>
        <p:nvSpPr>
          <p:cNvPr id="10" name="Slide Number Placeholder 12"/>
          <p:cNvSpPr>
            <a:spLocks noGrp="1"/>
          </p:cNvSpPr>
          <p:nvPr>
            <p:ph type="sldNum" sz="quarter" idx="11"/>
          </p:nvPr>
        </p:nvSpPr>
        <p:spPr>
          <a:xfrm>
            <a:off x="0" y="4667250"/>
            <a:ext cx="1447800" cy="663575"/>
          </a:xfrm>
        </p:spPr>
        <p:txBody>
          <a:bodyPr/>
          <a:lstStyle>
            <a:lvl1pPr>
              <a:defRPr sz="2800">
                <a:solidFill>
                  <a:srgbClr val="FFFFFF"/>
                </a:solidFill>
              </a:defRPr>
            </a:lvl1pPr>
          </a:lstStyle>
          <a:p>
            <a:pPr>
              <a:defRPr/>
            </a:pPr>
            <a:fld id="{A6993962-3638-4557-BE5F-7890FDD3693D}" type="slidenum">
              <a:rPr lang="zh-CN" altLang="en-US"/>
              <a:pPr>
                <a:defRPr/>
              </a:pPr>
              <a:t>‹#›</a:t>
            </a:fld>
            <a:endParaRPr lang="en-US" altLang="zh-CN"/>
          </a:p>
        </p:txBody>
      </p:sp>
      <p:sp>
        <p:nvSpPr>
          <p:cNvPr id="11" name="Footer Placeholder 13"/>
          <p:cNvSpPr>
            <a:spLocks noGrp="1"/>
          </p:cNvSpPr>
          <p:nvPr>
            <p:ph type="ftr" sz="quarter" idx="12"/>
          </p:nvPr>
        </p:nvSpPr>
        <p:spPr>
          <a:xfrm>
            <a:off x="1600200" y="6248400"/>
            <a:ext cx="4572000" cy="365125"/>
          </a:xfrm>
          <a:prstGeom prst="rect">
            <a:avLst/>
          </a:prstGeom>
        </p:spPr>
        <p:txBody>
          <a:bodyPr/>
          <a:lstStyle>
            <a:lvl1pPr algn="r" fontAlgn="auto">
              <a:spcBef>
                <a:spcPts val="0"/>
              </a:spcBef>
              <a:spcAft>
                <a:spcPts val="0"/>
              </a:spcAft>
              <a:defRPr>
                <a:latin typeface="Tw Cen MT" panose="020B0602020104020603" pitchFamily="34" charset="0"/>
                <a:ea typeface="+mn-ea"/>
                <a:cs typeface="+mn-cs"/>
              </a:defRPr>
            </a:lvl1pPr>
          </a:lstStyle>
          <a:p>
            <a:pPr>
              <a:defRPr/>
            </a:pPr>
            <a:r>
              <a:rPr lang="en-US" altLang="zh-CN"/>
              <a:t>Personalized travel package recommendation</a:t>
            </a:r>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smtClean="0"/>
            </a:lvl1pPr>
          </a:lstStyle>
          <a:p>
            <a:pPr>
              <a:defRPr/>
            </a:pPr>
            <a:fld id="{2D428F05-8834-458D-ACD5-CAAFDB3ECF59}" type="datetime1">
              <a:rPr lang="en-US" altLang="zh-CN"/>
              <a:pPr>
                <a:defRPr/>
              </a:pPr>
              <a:t>8/7/2018</a:t>
            </a:fld>
            <a:endParaRPr lang="en-US" altLang="zh-CN"/>
          </a:p>
        </p:txBody>
      </p:sp>
      <p:sp>
        <p:nvSpPr>
          <p:cNvPr id="5" name="Footer Placeholder 2"/>
          <p:cNvSpPr>
            <a:spLocks noGrp="1"/>
          </p:cNvSpPr>
          <p:nvPr>
            <p:ph type="ftr" sz="quarter" idx="11"/>
          </p:nvPr>
        </p:nvSpPr>
        <p:spPr>
          <a:xfrm>
            <a:off x="381000" y="6400800"/>
            <a:ext cx="5421313" cy="212725"/>
          </a:xfrm>
          <a:prstGeom prst="rect">
            <a:avLst/>
          </a:prstGeom>
        </p:spPr>
        <p:txBody>
          <a:bodyPr/>
          <a:lstStyle>
            <a:lvl1pPr fontAlgn="auto">
              <a:spcBef>
                <a:spcPts val="0"/>
              </a:spcBef>
              <a:spcAft>
                <a:spcPts val="0"/>
              </a:spcAft>
              <a:defRPr dirty="0">
                <a:latin typeface="+mn-lt"/>
                <a:ea typeface="+mn-ea"/>
                <a:cs typeface="+mn-cs"/>
              </a:defRPr>
            </a:lvl1pPr>
          </a:lstStyle>
          <a:p>
            <a:pPr>
              <a:defRPr/>
            </a:pPr>
            <a:r>
              <a:rPr lang="zh-CN" altLang="en-US"/>
              <a:t>基于用户兴趣建模的推荐方法及应用研究</a:t>
            </a:r>
            <a:endParaRPr lang="en-US" altLang="zh-CN"/>
          </a:p>
        </p:txBody>
      </p:sp>
      <p:sp>
        <p:nvSpPr>
          <p:cNvPr id="6" name="Slide Number Placeholder 22"/>
          <p:cNvSpPr>
            <a:spLocks noGrp="1"/>
          </p:cNvSpPr>
          <p:nvPr>
            <p:ph type="sldNum" sz="quarter" idx="12"/>
          </p:nvPr>
        </p:nvSpPr>
        <p:spPr/>
        <p:txBody>
          <a:bodyPr/>
          <a:lstStyle>
            <a:lvl1pPr>
              <a:defRPr/>
            </a:lvl1pPr>
          </a:lstStyle>
          <a:p>
            <a:pPr>
              <a:defRPr/>
            </a:pPr>
            <a:fld id="{27925B92-F17A-4012-BB44-3DD108A93D62}" type="slidenum">
              <a:rPr lang="zh-CN" altLang="en-US"/>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lgn="l">
              <a:defRPr smtClean="0">
                <a:latin typeface="Tw Cen MT" panose="020B0602020104020603" pitchFamily="34" charset="0"/>
              </a:defRPr>
            </a:lvl1pPr>
          </a:lstStyle>
          <a:p>
            <a:pPr>
              <a:defRPr/>
            </a:pPr>
            <a:fld id="{193C36C6-1C19-4DD5-A7A9-C094A5F9A876}" type="datetime1">
              <a:rPr lang="en-US" altLang="zh-CN"/>
              <a:pPr>
                <a:defRPr/>
              </a:pPr>
              <a:t>8/7/2018</a:t>
            </a:fld>
            <a:endParaRPr lang="en-US" altLang="zh-CN"/>
          </a:p>
        </p:txBody>
      </p:sp>
      <p:sp>
        <p:nvSpPr>
          <p:cNvPr id="8" name="Footer Placeholder 4"/>
          <p:cNvSpPr>
            <a:spLocks noGrp="1"/>
          </p:cNvSpPr>
          <p:nvPr>
            <p:ph type="ftr" sz="quarter" idx="11"/>
          </p:nvPr>
        </p:nvSpPr>
        <p:spPr>
          <a:xfrm>
            <a:off x="457200" y="6248400"/>
            <a:ext cx="5573713" cy="365125"/>
          </a:xfrm>
          <a:prstGeom prst="rect">
            <a:avLst/>
          </a:prstGeom>
        </p:spPr>
        <p:txBody>
          <a:bodyPr/>
          <a:lstStyle>
            <a:lvl1pPr algn="r" fontAlgn="auto">
              <a:spcBef>
                <a:spcPts val="0"/>
              </a:spcBef>
              <a:spcAft>
                <a:spcPts val="0"/>
              </a:spcAft>
              <a:defRPr dirty="0">
                <a:latin typeface="Tw Cen MT" panose="020B0602020104020603" pitchFamily="34" charset="0"/>
                <a:ea typeface="+mn-ea"/>
                <a:cs typeface="+mn-cs"/>
              </a:defRPr>
            </a:lvl1pPr>
          </a:lstStyle>
          <a:p>
            <a:pPr>
              <a:defRPr/>
            </a:pPr>
            <a:r>
              <a:rPr lang="zh-CN" altLang="en-US"/>
              <a:t>基于用户兴趣建模的推荐方法及应用研究</a:t>
            </a:r>
            <a:endParaRPr lang="en-US" altLang="zh-CN"/>
          </a:p>
        </p:txBody>
      </p:sp>
      <p:sp>
        <p:nvSpPr>
          <p:cNvPr id="9" name="Slide Number Placeholder 5"/>
          <p:cNvSpPr>
            <a:spLocks noGrp="1"/>
          </p:cNvSpPr>
          <p:nvPr>
            <p:ph type="sldNum" sz="quarter" idx="12"/>
          </p:nvPr>
        </p:nvSpPr>
        <p:spPr>
          <a:xfrm rot="5400000">
            <a:off x="5989638" y="144462"/>
            <a:ext cx="533400" cy="244475"/>
          </a:xfrm>
        </p:spPr>
        <p:txBody>
          <a:bodyPr/>
          <a:lstStyle>
            <a:lvl1pPr>
              <a:defRPr>
                <a:solidFill>
                  <a:srgbClr val="FFFFFF"/>
                </a:solidFill>
              </a:defRPr>
            </a:lvl1pPr>
          </a:lstStyle>
          <a:p>
            <a:pPr>
              <a:defRPr/>
            </a:pPr>
            <a:fld id="{9D7936FE-D539-4A4D-95BA-88B3581D49E6}" type="slidenum">
              <a:rPr lang="zh-CN" altLang="en-US"/>
              <a:pPr>
                <a:defRPr/>
              </a:pPr>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7013" y="228600"/>
            <a:ext cx="6326187" cy="609600"/>
          </a:xfrm>
        </p:spPr>
        <p:txBody>
          <a:bodyPr/>
          <a:lstStyle/>
          <a:p>
            <a:r>
              <a:rPr lang="en-US"/>
              <a:t>Click to edit Master title style</a:t>
            </a:r>
          </a:p>
        </p:txBody>
      </p:sp>
      <p:sp>
        <p:nvSpPr>
          <p:cNvPr id="3" name="Content Placeholder 2"/>
          <p:cNvSpPr>
            <a:spLocks noGrp="1"/>
          </p:cNvSpPr>
          <p:nvPr>
            <p:ph sz="half" idx="1"/>
          </p:nvPr>
        </p:nvSpPr>
        <p:spPr>
          <a:xfrm>
            <a:off x="381000" y="1295400"/>
            <a:ext cx="41148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295400"/>
            <a:ext cx="41148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24300"/>
            <a:ext cx="41148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13"/>
          <p:cNvSpPr>
            <a:spLocks noGrp="1"/>
          </p:cNvSpPr>
          <p:nvPr>
            <p:ph type="dt" sz="half" idx="10"/>
          </p:nvPr>
        </p:nvSpPr>
        <p:spPr/>
        <p:txBody>
          <a:bodyPr/>
          <a:lstStyle>
            <a:lvl1pPr>
              <a:defRPr smtClean="0"/>
            </a:lvl1pPr>
          </a:lstStyle>
          <a:p>
            <a:pPr>
              <a:defRPr/>
            </a:pPr>
            <a:fld id="{B5E5E851-E05F-455E-A4BF-0C522FE6F4F7}" type="datetime1">
              <a:rPr lang="en-US" altLang="zh-CN"/>
              <a:pPr>
                <a:defRPr/>
              </a:pPr>
              <a:t>8/7/2018</a:t>
            </a:fld>
            <a:endParaRPr lang="en-US" altLang="zh-CN"/>
          </a:p>
        </p:txBody>
      </p:sp>
      <p:sp>
        <p:nvSpPr>
          <p:cNvPr id="7" name="Footer Placeholder 2"/>
          <p:cNvSpPr>
            <a:spLocks noGrp="1"/>
          </p:cNvSpPr>
          <p:nvPr>
            <p:ph type="ftr" sz="quarter" idx="11"/>
          </p:nvPr>
        </p:nvSpPr>
        <p:spPr>
          <a:xfrm>
            <a:off x="381000" y="6400800"/>
            <a:ext cx="5421313" cy="212725"/>
          </a:xfrm>
          <a:prstGeom prst="rect">
            <a:avLst/>
          </a:prstGeom>
        </p:spPr>
        <p:txBody>
          <a:bodyPr/>
          <a:lstStyle>
            <a:lvl1pPr fontAlgn="auto">
              <a:spcBef>
                <a:spcPts val="0"/>
              </a:spcBef>
              <a:spcAft>
                <a:spcPts val="0"/>
              </a:spcAft>
              <a:defRPr dirty="0">
                <a:latin typeface="+mn-lt"/>
                <a:ea typeface="+mn-ea"/>
                <a:cs typeface="+mn-cs"/>
              </a:defRPr>
            </a:lvl1pPr>
          </a:lstStyle>
          <a:p>
            <a:pPr>
              <a:defRPr/>
            </a:pPr>
            <a:r>
              <a:rPr lang="zh-CN" altLang="en-US"/>
              <a:t>基于用户兴趣建模的推荐方法及应用研究</a:t>
            </a:r>
            <a:endParaRPr lang="en-US" altLang="zh-CN"/>
          </a:p>
        </p:txBody>
      </p:sp>
      <p:sp>
        <p:nvSpPr>
          <p:cNvPr id="8" name="Slide Number Placeholder 22"/>
          <p:cNvSpPr>
            <a:spLocks noGrp="1"/>
          </p:cNvSpPr>
          <p:nvPr>
            <p:ph type="sldNum" sz="quarter" idx="12"/>
          </p:nvPr>
        </p:nvSpPr>
        <p:spPr/>
        <p:txBody>
          <a:bodyPr/>
          <a:lstStyle>
            <a:lvl1pPr>
              <a:defRPr/>
            </a:lvl1pPr>
          </a:lstStyle>
          <a:p>
            <a:pPr>
              <a:defRPr/>
            </a:pPr>
            <a:fld id="{223C5E07-F992-4DE3-895E-C01CF8A7A914}" type="slidenum">
              <a:rPr lang="zh-CN" altLang="en-US"/>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7013" y="228600"/>
            <a:ext cx="6326187" cy="609600"/>
          </a:xfrm>
        </p:spPr>
        <p:txBody>
          <a:bodyPr/>
          <a:lstStyle/>
          <a:p>
            <a:r>
              <a:rPr lang="en-US"/>
              <a:t>Click to edit Master title style</a:t>
            </a:r>
          </a:p>
        </p:txBody>
      </p:sp>
      <p:sp>
        <p:nvSpPr>
          <p:cNvPr id="3" name="Text Placeholder 2"/>
          <p:cNvSpPr>
            <a:spLocks noGrp="1"/>
          </p:cNvSpPr>
          <p:nvPr>
            <p:ph type="body" sz="half" idx="1"/>
          </p:nvPr>
        </p:nvSpPr>
        <p:spPr>
          <a:xfrm>
            <a:off x="381000" y="1295400"/>
            <a:ext cx="41148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95400"/>
            <a:ext cx="41148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smtClean="0"/>
            </a:lvl1pPr>
          </a:lstStyle>
          <a:p>
            <a:pPr>
              <a:defRPr/>
            </a:pPr>
            <a:fld id="{2F6BCD64-E81D-4B83-A499-A5F29F9F6574}" type="datetime1">
              <a:rPr lang="en-US" altLang="zh-CN"/>
              <a:pPr>
                <a:defRPr/>
              </a:pPr>
              <a:t>8/7/2018</a:t>
            </a:fld>
            <a:endParaRPr lang="en-US" altLang="zh-CN"/>
          </a:p>
        </p:txBody>
      </p:sp>
      <p:sp>
        <p:nvSpPr>
          <p:cNvPr id="6" name="Footer Placeholder 2"/>
          <p:cNvSpPr>
            <a:spLocks noGrp="1"/>
          </p:cNvSpPr>
          <p:nvPr>
            <p:ph type="ftr" sz="quarter" idx="11"/>
          </p:nvPr>
        </p:nvSpPr>
        <p:spPr>
          <a:xfrm>
            <a:off x="381000" y="6400800"/>
            <a:ext cx="5421313" cy="212725"/>
          </a:xfrm>
          <a:prstGeom prst="rect">
            <a:avLst/>
          </a:prstGeom>
        </p:spPr>
        <p:txBody>
          <a:bodyPr/>
          <a:lstStyle>
            <a:lvl1pPr fontAlgn="auto">
              <a:spcBef>
                <a:spcPts val="0"/>
              </a:spcBef>
              <a:spcAft>
                <a:spcPts val="0"/>
              </a:spcAft>
              <a:defRPr dirty="0">
                <a:latin typeface="+mn-lt"/>
                <a:ea typeface="+mn-ea"/>
                <a:cs typeface="+mn-cs"/>
              </a:defRPr>
            </a:lvl1pPr>
          </a:lstStyle>
          <a:p>
            <a:pPr>
              <a:defRPr/>
            </a:pPr>
            <a:r>
              <a:rPr lang="zh-CN" altLang="en-US"/>
              <a:t>基于用户兴趣建模的推荐方法及应用研究</a:t>
            </a:r>
            <a:endParaRPr lang="en-US" altLang="zh-CN"/>
          </a:p>
        </p:txBody>
      </p:sp>
      <p:sp>
        <p:nvSpPr>
          <p:cNvPr id="7" name="Slide Number Placeholder 22"/>
          <p:cNvSpPr>
            <a:spLocks noGrp="1"/>
          </p:cNvSpPr>
          <p:nvPr>
            <p:ph type="sldNum" sz="quarter" idx="12"/>
          </p:nvPr>
        </p:nvSpPr>
        <p:spPr/>
        <p:txBody>
          <a:bodyPr/>
          <a:lstStyle>
            <a:lvl1pPr>
              <a:defRPr/>
            </a:lvl1pPr>
          </a:lstStyle>
          <a:p>
            <a:pPr>
              <a:defRPr/>
            </a:pPr>
            <a:fld id="{15881311-6341-495E-80D1-436DF1C1A10E}" type="slidenum">
              <a:rPr lang="zh-CN" altLang="en-US"/>
              <a:pPr>
                <a:defRPr/>
              </a:pPr>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7013" y="228600"/>
            <a:ext cx="6326187" cy="609600"/>
          </a:xfrm>
        </p:spPr>
        <p:txBody>
          <a:bodyPr/>
          <a:lstStyle/>
          <a:p>
            <a:r>
              <a:rPr lang="en-US"/>
              <a:t>Click to edit Master title style</a:t>
            </a:r>
          </a:p>
        </p:txBody>
      </p:sp>
      <p:sp>
        <p:nvSpPr>
          <p:cNvPr id="3" name="Content Placeholder 2"/>
          <p:cNvSpPr>
            <a:spLocks noGrp="1"/>
          </p:cNvSpPr>
          <p:nvPr>
            <p:ph sz="half" idx="1"/>
          </p:nvPr>
        </p:nvSpPr>
        <p:spPr>
          <a:xfrm>
            <a:off x="381000" y="1295400"/>
            <a:ext cx="41148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95400"/>
            <a:ext cx="41148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smtClean="0"/>
            </a:lvl1pPr>
          </a:lstStyle>
          <a:p>
            <a:pPr>
              <a:defRPr/>
            </a:pPr>
            <a:fld id="{136C98D3-140A-4E5A-B084-43C2374D6747}" type="datetime1">
              <a:rPr lang="en-US" altLang="zh-CN"/>
              <a:pPr>
                <a:defRPr/>
              </a:pPr>
              <a:t>8/7/2018</a:t>
            </a:fld>
            <a:endParaRPr lang="en-US" altLang="zh-CN"/>
          </a:p>
        </p:txBody>
      </p:sp>
      <p:sp>
        <p:nvSpPr>
          <p:cNvPr id="6" name="Footer Placeholder 2"/>
          <p:cNvSpPr>
            <a:spLocks noGrp="1"/>
          </p:cNvSpPr>
          <p:nvPr>
            <p:ph type="ftr" sz="quarter" idx="11"/>
          </p:nvPr>
        </p:nvSpPr>
        <p:spPr>
          <a:xfrm>
            <a:off x="381000" y="6400800"/>
            <a:ext cx="5421313" cy="212725"/>
          </a:xfrm>
          <a:prstGeom prst="rect">
            <a:avLst/>
          </a:prstGeom>
        </p:spPr>
        <p:txBody>
          <a:bodyPr/>
          <a:lstStyle>
            <a:lvl1pPr fontAlgn="auto">
              <a:spcBef>
                <a:spcPts val="0"/>
              </a:spcBef>
              <a:spcAft>
                <a:spcPts val="0"/>
              </a:spcAft>
              <a:defRPr dirty="0">
                <a:latin typeface="+mn-lt"/>
                <a:ea typeface="+mn-ea"/>
                <a:cs typeface="+mn-cs"/>
              </a:defRPr>
            </a:lvl1pPr>
          </a:lstStyle>
          <a:p>
            <a:pPr>
              <a:defRPr/>
            </a:pPr>
            <a:r>
              <a:rPr lang="zh-CN" altLang="en-US"/>
              <a:t>基于用户兴趣建模的推荐方法及应用研究</a:t>
            </a:r>
            <a:endParaRPr lang="en-US" altLang="zh-CN"/>
          </a:p>
        </p:txBody>
      </p:sp>
      <p:sp>
        <p:nvSpPr>
          <p:cNvPr id="7" name="Slide Number Placeholder 22"/>
          <p:cNvSpPr>
            <a:spLocks noGrp="1"/>
          </p:cNvSpPr>
          <p:nvPr>
            <p:ph type="sldNum" sz="quarter" idx="12"/>
          </p:nvPr>
        </p:nvSpPr>
        <p:spPr/>
        <p:txBody>
          <a:bodyPr/>
          <a:lstStyle>
            <a:lvl1pPr>
              <a:defRPr/>
            </a:lvl1pPr>
          </a:lstStyle>
          <a:p>
            <a:pPr>
              <a:defRPr/>
            </a:pPr>
            <a:fld id="{59F318F8-2ABF-491E-A346-9F767FAAF132}" type="slidenum">
              <a:rPr lang="zh-CN" altLang="en-US"/>
              <a:pPr>
                <a:defRPr/>
              </a:pPr>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227013" y="228600"/>
            <a:ext cx="6326187" cy="609600"/>
          </a:xfrm>
        </p:spPr>
        <p:txBody>
          <a:bodyPr/>
          <a:lstStyle/>
          <a:p>
            <a:r>
              <a:rPr lang="en-US"/>
              <a:t>Click to edit Master title style</a:t>
            </a:r>
          </a:p>
        </p:txBody>
      </p:sp>
      <p:sp>
        <p:nvSpPr>
          <p:cNvPr id="3" name="Text Placeholder 2"/>
          <p:cNvSpPr>
            <a:spLocks noGrp="1"/>
          </p:cNvSpPr>
          <p:nvPr>
            <p:ph type="body" sz="half" idx="1"/>
          </p:nvPr>
        </p:nvSpPr>
        <p:spPr>
          <a:xfrm>
            <a:off x="381000" y="1295400"/>
            <a:ext cx="83820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81000" y="3924300"/>
            <a:ext cx="83820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smtClean="0"/>
            </a:lvl1pPr>
          </a:lstStyle>
          <a:p>
            <a:pPr>
              <a:defRPr/>
            </a:pPr>
            <a:fld id="{C2C20D3E-9D8F-49FD-B145-22278D9C6809}" type="datetime1">
              <a:rPr lang="en-US" altLang="zh-CN"/>
              <a:pPr>
                <a:defRPr/>
              </a:pPr>
              <a:t>8/7/2018</a:t>
            </a:fld>
            <a:endParaRPr lang="en-US" altLang="zh-CN"/>
          </a:p>
        </p:txBody>
      </p:sp>
      <p:sp>
        <p:nvSpPr>
          <p:cNvPr id="6" name="Footer Placeholder 2"/>
          <p:cNvSpPr>
            <a:spLocks noGrp="1"/>
          </p:cNvSpPr>
          <p:nvPr>
            <p:ph type="ftr" sz="quarter" idx="11"/>
          </p:nvPr>
        </p:nvSpPr>
        <p:spPr>
          <a:xfrm>
            <a:off x="381000" y="6400800"/>
            <a:ext cx="5421313" cy="212725"/>
          </a:xfrm>
          <a:prstGeom prst="rect">
            <a:avLst/>
          </a:prstGeom>
        </p:spPr>
        <p:txBody>
          <a:bodyPr/>
          <a:lstStyle>
            <a:lvl1pPr fontAlgn="auto">
              <a:spcBef>
                <a:spcPts val="0"/>
              </a:spcBef>
              <a:spcAft>
                <a:spcPts val="0"/>
              </a:spcAft>
              <a:defRPr dirty="0">
                <a:latin typeface="+mn-lt"/>
                <a:ea typeface="+mn-ea"/>
                <a:cs typeface="+mn-cs"/>
              </a:defRPr>
            </a:lvl1pPr>
          </a:lstStyle>
          <a:p>
            <a:pPr>
              <a:defRPr/>
            </a:pPr>
            <a:r>
              <a:rPr lang="zh-CN" altLang="en-US"/>
              <a:t>基于用户兴趣建模的推荐方法及应用研究</a:t>
            </a:r>
            <a:endParaRPr lang="en-US" altLang="zh-CN"/>
          </a:p>
        </p:txBody>
      </p:sp>
      <p:sp>
        <p:nvSpPr>
          <p:cNvPr id="7" name="Slide Number Placeholder 22"/>
          <p:cNvSpPr>
            <a:spLocks noGrp="1"/>
          </p:cNvSpPr>
          <p:nvPr>
            <p:ph type="sldNum" sz="quarter" idx="12"/>
          </p:nvPr>
        </p:nvSpPr>
        <p:spPr/>
        <p:txBody>
          <a:bodyPr/>
          <a:lstStyle>
            <a:lvl1pPr>
              <a:defRPr/>
            </a:lvl1pPr>
          </a:lstStyle>
          <a:p>
            <a:pPr>
              <a:defRPr/>
            </a:pPr>
            <a:fld id="{01B0A22E-CA85-4A6F-8C32-3B83FA54297A}" type="slidenum">
              <a:rPr lang="zh-CN" altLang="en-US"/>
              <a:pPr>
                <a:defRPr/>
              </a:pPr>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7013" y="228600"/>
            <a:ext cx="6326187" cy="609600"/>
          </a:xfrm>
        </p:spPr>
        <p:txBody>
          <a:bodyPr/>
          <a:lstStyle/>
          <a:p>
            <a:r>
              <a:rPr lang="en-US"/>
              <a:t>Click to edit Master title style</a:t>
            </a:r>
          </a:p>
        </p:txBody>
      </p:sp>
      <p:sp>
        <p:nvSpPr>
          <p:cNvPr id="3" name="Text Placeholder 2"/>
          <p:cNvSpPr>
            <a:spLocks noGrp="1"/>
          </p:cNvSpPr>
          <p:nvPr>
            <p:ph type="body" sz="half" idx="1"/>
          </p:nvPr>
        </p:nvSpPr>
        <p:spPr>
          <a:xfrm>
            <a:off x="381000" y="1295400"/>
            <a:ext cx="41148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295400"/>
            <a:ext cx="41148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24300"/>
            <a:ext cx="41148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13"/>
          <p:cNvSpPr>
            <a:spLocks noGrp="1"/>
          </p:cNvSpPr>
          <p:nvPr>
            <p:ph type="dt" sz="half" idx="10"/>
          </p:nvPr>
        </p:nvSpPr>
        <p:spPr/>
        <p:txBody>
          <a:bodyPr/>
          <a:lstStyle>
            <a:lvl1pPr>
              <a:defRPr smtClean="0"/>
            </a:lvl1pPr>
          </a:lstStyle>
          <a:p>
            <a:pPr>
              <a:defRPr/>
            </a:pPr>
            <a:fld id="{0762718B-6E10-4855-AEEF-41416D283F6F}" type="datetime1">
              <a:rPr lang="en-US" altLang="zh-CN"/>
              <a:pPr>
                <a:defRPr/>
              </a:pPr>
              <a:t>8/7/2018</a:t>
            </a:fld>
            <a:endParaRPr lang="en-US" altLang="zh-CN"/>
          </a:p>
        </p:txBody>
      </p:sp>
      <p:sp>
        <p:nvSpPr>
          <p:cNvPr id="7" name="Footer Placeholder 2"/>
          <p:cNvSpPr>
            <a:spLocks noGrp="1"/>
          </p:cNvSpPr>
          <p:nvPr>
            <p:ph type="ftr" sz="quarter" idx="11"/>
          </p:nvPr>
        </p:nvSpPr>
        <p:spPr>
          <a:xfrm>
            <a:off x="381000" y="6400800"/>
            <a:ext cx="5421313" cy="212725"/>
          </a:xfrm>
          <a:prstGeom prst="rect">
            <a:avLst/>
          </a:prstGeom>
        </p:spPr>
        <p:txBody>
          <a:bodyPr/>
          <a:lstStyle>
            <a:lvl1pPr fontAlgn="auto">
              <a:spcBef>
                <a:spcPts val="0"/>
              </a:spcBef>
              <a:spcAft>
                <a:spcPts val="0"/>
              </a:spcAft>
              <a:defRPr dirty="0">
                <a:latin typeface="+mn-lt"/>
                <a:ea typeface="+mn-ea"/>
                <a:cs typeface="+mn-cs"/>
              </a:defRPr>
            </a:lvl1pPr>
          </a:lstStyle>
          <a:p>
            <a:pPr>
              <a:defRPr/>
            </a:pPr>
            <a:r>
              <a:rPr lang="zh-CN" altLang="en-US"/>
              <a:t>基于用户兴趣建模的推荐方法及应用研究</a:t>
            </a:r>
            <a:endParaRPr lang="en-US" altLang="zh-CN"/>
          </a:p>
        </p:txBody>
      </p:sp>
      <p:sp>
        <p:nvSpPr>
          <p:cNvPr id="8" name="Slide Number Placeholder 22"/>
          <p:cNvSpPr>
            <a:spLocks noGrp="1"/>
          </p:cNvSpPr>
          <p:nvPr>
            <p:ph type="sldNum" sz="quarter" idx="12"/>
          </p:nvPr>
        </p:nvSpPr>
        <p:spPr/>
        <p:txBody>
          <a:bodyPr/>
          <a:lstStyle>
            <a:lvl1pPr>
              <a:defRPr/>
            </a:lvl1pPr>
          </a:lstStyle>
          <a:p>
            <a:pPr>
              <a:defRPr/>
            </a:pPr>
            <a:fld id="{F9943A3A-A6BA-48FD-AA8B-8BE6EEA998F8}" type="slidenum">
              <a:rPr lang="zh-CN" altLang="en-US"/>
              <a:pPr>
                <a:defRPr/>
              </a:pPr>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227013" y="228600"/>
            <a:ext cx="6326187" cy="609600"/>
          </a:xfrm>
        </p:spPr>
        <p:txBody>
          <a:bodyPr/>
          <a:lstStyle/>
          <a:p>
            <a:r>
              <a:rPr lang="en-US"/>
              <a:t>Click to edit Master title style</a:t>
            </a:r>
          </a:p>
        </p:txBody>
      </p:sp>
      <p:sp>
        <p:nvSpPr>
          <p:cNvPr id="3" name="Content Placeholder 2"/>
          <p:cNvSpPr>
            <a:spLocks noGrp="1"/>
          </p:cNvSpPr>
          <p:nvPr>
            <p:ph sz="quarter" idx="1"/>
          </p:nvPr>
        </p:nvSpPr>
        <p:spPr>
          <a:xfrm>
            <a:off x="381000" y="1295400"/>
            <a:ext cx="41148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295400"/>
            <a:ext cx="41148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381000" y="3924300"/>
            <a:ext cx="83820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13"/>
          <p:cNvSpPr>
            <a:spLocks noGrp="1"/>
          </p:cNvSpPr>
          <p:nvPr>
            <p:ph type="dt" sz="half" idx="10"/>
          </p:nvPr>
        </p:nvSpPr>
        <p:spPr/>
        <p:txBody>
          <a:bodyPr/>
          <a:lstStyle>
            <a:lvl1pPr>
              <a:defRPr smtClean="0"/>
            </a:lvl1pPr>
          </a:lstStyle>
          <a:p>
            <a:pPr>
              <a:defRPr/>
            </a:pPr>
            <a:fld id="{50BBF51D-6D61-4667-B55F-131351748E06}" type="datetime1">
              <a:rPr lang="en-US" altLang="zh-CN"/>
              <a:pPr>
                <a:defRPr/>
              </a:pPr>
              <a:t>8/7/2018</a:t>
            </a:fld>
            <a:endParaRPr lang="en-US" altLang="zh-CN"/>
          </a:p>
        </p:txBody>
      </p:sp>
      <p:sp>
        <p:nvSpPr>
          <p:cNvPr id="7" name="Footer Placeholder 2"/>
          <p:cNvSpPr>
            <a:spLocks noGrp="1"/>
          </p:cNvSpPr>
          <p:nvPr>
            <p:ph type="ftr" sz="quarter" idx="11"/>
          </p:nvPr>
        </p:nvSpPr>
        <p:spPr>
          <a:xfrm>
            <a:off x="381000" y="6400800"/>
            <a:ext cx="5421313" cy="212725"/>
          </a:xfrm>
          <a:prstGeom prst="rect">
            <a:avLst/>
          </a:prstGeom>
        </p:spPr>
        <p:txBody>
          <a:bodyPr/>
          <a:lstStyle>
            <a:lvl1pPr fontAlgn="auto">
              <a:spcBef>
                <a:spcPts val="0"/>
              </a:spcBef>
              <a:spcAft>
                <a:spcPts val="0"/>
              </a:spcAft>
              <a:defRPr dirty="0">
                <a:latin typeface="+mn-lt"/>
                <a:ea typeface="+mn-ea"/>
                <a:cs typeface="+mn-cs"/>
              </a:defRPr>
            </a:lvl1pPr>
          </a:lstStyle>
          <a:p>
            <a:pPr>
              <a:defRPr/>
            </a:pPr>
            <a:r>
              <a:rPr lang="zh-CN" altLang="en-US"/>
              <a:t>基于用户兴趣建模的推荐方法及应用研究</a:t>
            </a:r>
            <a:endParaRPr lang="en-US" altLang="zh-CN"/>
          </a:p>
        </p:txBody>
      </p:sp>
      <p:sp>
        <p:nvSpPr>
          <p:cNvPr id="8" name="Slide Number Placeholder 22"/>
          <p:cNvSpPr>
            <a:spLocks noGrp="1"/>
          </p:cNvSpPr>
          <p:nvPr>
            <p:ph type="sldNum" sz="quarter" idx="12"/>
          </p:nvPr>
        </p:nvSpPr>
        <p:spPr/>
        <p:txBody>
          <a:bodyPr/>
          <a:lstStyle>
            <a:lvl1pPr>
              <a:defRPr/>
            </a:lvl1pPr>
          </a:lstStyle>
          <a:p>
            <a:pPr>
              <a:defRPr/>
            </a:pPr>
            <a:fld id="{7F156514-4F08-400F-B086-8DE943B193E3}" type="slidenum">
              <a:rPr lang="zh-CN" altLang="en-US"/>
              <a:pPr>
                <a:defRPr/>
              </a:pPr>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27013" y="228600"/>
            <a:ext cx="6326187" cy="609600"/>
          </a:xfrm>
        </p:spPr>
        <p:txBody>
          <a:bodyPr/>
          <a:lstStyle/>
          <a:p>
            <a:r>
              <a:rPr lang="en-US"/>
              <a:t>Click to edit Master title style</a:t>
            </a:r>
          </a:p>
        </p:txBody>
      </p:sp>
      <p:sp>
        <p:nvSpPr>
          <p:cNvPr id="3" name="Content Placeholder 2"/>
          <p:cNvSpPr>
            <a:spLocks noGrp="1"/>
          </p:cNvSpPr>
          <p:nvPr>
            <p:ph sz="quarter" idx="1"/>
          </p:nvPr>
        </p:nvSpPr>
        <p:spPr>
          <a:xfrm>
            <a:off x="381000" y="1295400"/>
            <a:ext cx="41148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295400"/>
            <a:ext cx="41148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381000" y="3924300"/>
            <a:ext cx="41148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24300"/>
            <a:ext cx="41148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p:txBody>
          <a:bodyPr/>
          <a:lstStyle>
            <a:lvl1pPr>
              <a:defRPr smtClean="0"/>
            </a:lvl1pPr>
          </a:lstStyle>
          <a:p>
            <a:pPr>
              <a:defRPr/>
            </a:pPr>
            <a:fld id="{C1EDE4FA-F2FE-4A5C-A6CF-EA22FC123FA4}" type="datetime1">
              <a:rPr lang="en-US" altLang="zh-CN"/>
              <a:pPr>
                <a:defRPr/>
              </a:pPr>
              <a:t>8/7/2018</a:t>
            </a:fld>
            <a:endParaRPr lang="en-US" altLang="zh-CN"/>
          </a:p>
        </p:txBody>
      </p:sp>
      <p:sp>
        <p:nvSpPr>
          <p:cNvPr id="8" name="Footer Placeholder 2"/>
          <p:cNvSpPr>
            <a:spLocks noGrp="1"/>
          </p:cNvSpPr>
          <p:nvPr>
            <p:ph type="ftr" sz="quarter" idx="11"/>
          </p:nvPr>
        </p:nvSpPr>
        <p:spPr>
          <a:xfrm>
            <a:off x="381000" y="6400800"/>
            <a:ext cx="5421313" cy="212725"/>
          </a:xfrm>
          <a:prstGeom prst="rect">
            <a:avLst/>
          </a:prstGeom>
        </p:spPr>
        <p:txBody>
          <a:bodyPr/>
          <a:lstStyle>
            <a:lvl1pPr fontAlgn="auto">
              <a:spcBef>
                <a:spcPts val="0"/>
              </a:spcBef>
              <a:spcAft>
                <a:spcPts val="0"/>
              </a:spcAft>
              <a:defRPr dirty="0">
                <a:latin typeface="+mn-lt"/>
                <a:ea typeface="+mn-ea"/>
                <a:cs typeface="+mn-cs"/>
              </a:defRPr>
            </a:lvl1pPr>
          </a:lstStyle>
          <a:p>
            <a:pPr>
              <a:defRPr/>
            </a:pPr>
            <a:r>
              <a:rPr lang="zh-CN" altLang="en-US"/>
              <a:t>基于用户兴趣建模的推荐方法及应用研究</a:t>
            </a:r>
            <a:endParaRPr lang="en-US" altLang="zh-CN"/>
          </a:p>
        </p:txBody>
      </p:sp>
      <p:sp>
        <p:nvSpPr>
          <p:cNvPr id="9" name="Slide Number Placeholder 22"/>
          <p:cNvSpPr>
            <a:spLocks noGrp="1"/>
          </p:cNvSpPr>
          <p:nvPr>
            <p:ph type="sldNum" sz="quarter" idx="12"/>
          </p:nvPr>
        </p:nvSpPr>
        <p:spPr/>
        <p:txBody>
          <a:bodyPr/>
          <a:lstStyle>
            <a:lvl1pPr>
              <a:defRPr/>
            </a:lvl1pPr>
          </a:lstStyle>
          <a:p>
            <a:pPr>
              <a:defRPr/>
            </a:pPr>
            <a:fld id="{B0B45BED-D50F-42BB-A0CA-12016C0781A5}" type="slidenum">
              <a:rPr lang="zh-CN" altLang="en-US"/>
              <a:pPr>
                <a:defRPr/>
              </a:pPr>
              <a:t>‹#›</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227013" y="228600"/>
            <a:ext cx="6326187" cy="609600"/>
          </a:xfrm>
        </p:spPr>
        <p:txBody>
          <a:bodyPr/>
          <a:lstStyle/>
          <a:p>
            <a:r>
              <a:rPr lang="en-US"/>
              <a:t>Click to edit Master title style</a:t>
            </a:r>
          </a:p>
        </p:txBody>
      </p:sp>
      <p:sp>
        <p:nvSpPr>
          <p:cNvPr id="3" name="Content Placeholder 2"/>
          <p:cNvSpPr>
            <a:spLocks noGrp="1"/>
          </p:cNvSpPr>
          <p:nvPr>
            <p:ph sz="half" idx="1"/>
          </p:nvPr>
        </p:nvSpPr>
        <p:spPr>
          <a:xfrm>
            <a:off x="381000" y="1295400"/>
            <a:ext cx="83820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81000" y="3924300"/>
            <a:ext cx="83820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smtClean="0"/>
            </a:lvl1pPr>
          </a:lstStyle>
          <a:p>
            <a:pPr>
              <a:defRPr/>
            </a:pPr>
            <a:fld id="{C78DA59A-A820-46F8-9833-69F13A86D674}" type="datetime1">
              <a:rPr lang="en-US" altLang="zh-CN"/>
              <a:pPr>
                <a:defRPr/>
              </a:pPr>
              <a:t>8/7/2018</a:t>
            </a:fld>
            <a:endParaRPr lang="en-US" altLang="zh-CN"/>
          </a:p>
        </p:txBody>
      </p:sp>
      <p:sp>
        <p:nvSpPr>
          <p:cNvPr id="6" name="Footer Placeholder 2"/>
          <p:cNvSpPr>
            <a:spLocks noGrp="1"/>
          </p:cNvSpPr>
          <p:nvPr>
            <p:ph type="ftr" sz="quarter" idx="11"/>
          </p:nvPr>
        </p:nvSpPr>
        <p:spPr>
          <a:xfrm>
            <a:off x="381000" y="6400800"/>
            <a:ext cx="5421313" cy="212725"/>
          </a:xfrm>
          <a:prstGeom prst="rect">
            <a:avLst/>
          </a:prstGeom>
        </p:spPr>
        <p:txBody>
          <a:bodyPr/>
          <a:lstStyle>
            <a:lvl1pPr fontAlgn="auto">
              <a:spcBef>
                <a:spcPts val="0"/>
              </a:spcBef>
              <a:spcAft>
                <a:spcPts val="0"/>
              </a:spcAft>
              <a:defRPr dirty="0">
                <a:latin typeface="+mn-lt"/>
                <a:ea typeface="+mn-ea"/>
                <a:cs typeface="+mn-cs"/>
              </a:defRPr>
            </a:lvl1pPr>
          </a:lstStyle>
          <a:p>
            <a:pPr>
              <a:defRPr/>
            </a:pPr>
            <a:r>
              <a:rPr lang="zh-CN" altLang="en-US"/>
              <a:t>基于用户兴趣建模的推荐方法及应用研究</a:t>
            </a:r>
            <a:endParaRPr lang="en-US" altLang="zh-CN"/>
          </a:p>
        </p:txBody>
      </p:sp>
      <p:sp>
        <p:nvSpPr>
          <p:cNvPr id="7" name="Slide Number Placeholder 22"/>
          <p:cNvSpPr>
            <a:spLocks noGrp="1"/>
          </p:cNvSpPr>
          <p:nvPr>
            <p:ph type="sldNum" sz="quarter" idx="12"/>
          </p:nvPr>
        </p:nvSpPr>
        <p:spPr/>
        <p:txBody>
          <a:bodyPr/>
          <a:lstStyle>
            <a:lvl1pPr>
              <a:defRPr/>
            </a:lvl1pPr>
          </a:lstStyle>
          <a:p>
            <a:pPr>
              <a:defRPr/>
            </a:pPr>
            <a:fld id="{E01C98C9-FA83-40BC-BD5B-A94F0130D0C1}" type="slidenum">
              <a:rPr lang="zh-CN" altLang="en-US"/>
              <a:pPr>
                <a:defRPr/>
              </a:pPr>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smtClean="0"/>
            </a:lvl1pPr>
          </a:lstStyle>
          <a:p>
            <a:pPr>
              <a:defRPr/>
            </a:pPr>
            <a:fld id="{E8A436BA-E345-4D50-B426-2A179FBDA3D1}" type="datetime1">
              <a:rPr lang="en-US" altLang="zh-CN"/>
              <a:pPr>
                <a:defRPr/>
              </a:pPr>
              <a:t>8/7/2018</a:t>
            </a:fld>
            <a:endParaRPr lang="en-US" altLang="zh-CN"/>
          </a:p>
        </p:txBody>
      </p:sp>
      <p:sp>
        <p:nvSpPr>
          <p:cNvPr id="3" name="Footer Placeholder 2"/>
          <p:cNvSpPr>
            <a:spLocks noGrp="1"/>
          </p:cNvSpPr>
          <p:nvPr>
            <p:ph type="ftr" sz="quarter" idx="11"/>
          </p:nvPr>
        </p:nvSpPr>
        <p:spPr>
          <a:xfrm>
            <a:off x="381000" y="6400800"/>
            <a:ext cx="5421313" cy="212725"/>
          </a:xfrm>
          <a:prstGeom prst="rect">
            <a:avLst/>
          </a:prstGeom>
        </p:spPr>
        <p:txBody>
          <a:bodyPr/>
          <a:lstStyle>
            <a:lvl1pPr fontAlgn="auto">
              <a:spcBef>
                <a:spcPts val="0"/>
              </a:spcBef>
              <a:spcAft>
                <a:spcPts val="0"/>
              </a:spcAft>
              <a:defRPr dirty="0">
                <a:latin typeface="+mn-lt"/>
                <a:ea typeface="+mn-ea"/>
                <a:cs typeface="+mn-cs"/>
              </a:defRPr>
            </a:lvl1pPr>
          </a:lstStyle>
          <a:p>
            <a:pPr>
              <a:defRPr/>
            </a:pPr>
            <a:r>
              <a:rPr lang="zh-CN" altLang="en-US"/>
              <a:t> 情境感知的信息推荐方法</a:t>
            </a:r>
            <a:endParaRPr lang="en-US" altLang="zh-CN"/>
          </a:p>
        </p:txBody>
      </p:sp>
      <p:sp>
        <p:nvSpPr>
          <p:cNvPr id="4" name="Slide Number Placeholder 22"/>
          <p:cNvSpPr>
            <a:spLocks noGrp="1"/>
          </p:cNvSpPr>
          <p:nvPr>
            <p:ph type="sldNum" sz="quarter" idx="12"/>
          </p:nvPr>
        </p:nvSpPr>
        <p:spPr/>
        <p:txBody>
          <a:bodyPr/>
          <a:lstStyle>
            <a:lvl1pPr>
              <a:defRPr/>
            </a:lvl1pPr>
          </a:lstStyle>
          <a:p>
            <a:pPr>
              <a:defRPr/>
            </a:pPr>
            <a:fld id="{821FE848-EF82-478B-9094-ED1EB9B0504B}" type="slidenum">
              <a:rPr lang="zh-CN" altLang="en-US"/>
              <a:pPr>
                <a:defRPr/>
              </a:pPr>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27013" y="228600"/>
            <a:ext cx="6326187" cy="609600"/>
          </a:xfrm>
        </p:spPr>
        <p:txBody>
          <a:bodyPr/>
          <a:lstStyle/>
          <a:p>
            <a:r>
              <a:rPr lang="en-US"/>
              <a:t>Click to edit Master title style</a:t>
            </a:r>
          </a:p>
        </p:txBody>
      </p:sp>
      <p:sp>
        <p:nvSpPr>
          <p:cNvPr id="3" name="Table Placeholder 2"/>
          <p:cNvSpPr>
            <a:spLocks noGrp="1"/>
          </p:cNvSpPr>
          <p:nvPr>
            <p:ph type="tbl" idx="1"/>
          </p:nvPr>
        </p:nvSpPr>
        <p:spPr>
          <a:xfrm>
            <a:off x="381000" y="1295400"/>
            <a:ext cx="8382000" cy="5105400"/>
          </a:xfrm>
        </p:spPr>
        <p:txBody>
          <a:bodyPr/>
          <a:lstStyle/>
          <a:p>
            <a:pPr lvl="0"/>
            <a:endParaRPr lang="en-US" noProof="0"/>
          </a:p>
        </p:txBody>
      </p:sp>
      <p:sp>
        <p:nvSpPr>
          <p:cNvPr id="4" name="Date Placeholder 13"/>
          <p:cNvSpPr>
            <a:spLocks noGrp="1"/>
          </p:cNvSpPr>
          <p:nvPr>
            <p:ph type="dt" sz="half" idx="10"/>
          </p:nvPr>
        </p:nvSpPr>
        <p:spPr/>
        <p:txBody>
          <a:bodyPr/>
          <a:lstStyle>
            <a:lvl1pPr>
              <a:defRPr smtClean="0"/>
            </a:lvl1pPr>
          </a:lstStyle>
          <a:p>
            <a:pPr>
              <a:defRPr/>
            </a:pPr>
            <a:fld id="{2C248173-C7C4-4448-B344-B88B2D200C00}" type="datetime1">
              <a:rPr lang="en-US" altLang="zh-CN"/>
              <a:pPr>
                <a:defRPr/>
              </a:pPr>
              <a:t>8/7/2018</a:t>
            </a:fld>
            <a:endParaRPr lang="en-US" altLang="zh-CN"/>
          </a:p>
        </p:txBody>
      </p:sp>
      <p:sp>
        <p:nvSpPr>
          <p:cNvPr id="5" name="Footer Placeholder 2"/>
          <p:cNvSpPr>
            <a:spLocks noGrp="1"/>
          </p:cNvSpPr>
          <p:nvPr>
            <p:ph type="ftr" sz="quarter" idx="11"/>
          </p:nvPr>
        </p:nvSpPr>
        <p:spPr>
          <a:xfrm>
            <a:off x="381000" y="6400800"/>
            <a:ext cx="5421313" cy="212725"/>
          </a:xfrm>
          <a:prstGeom prst="rect">
            <a:avLst/>
          </a:prstGeom>
        </p:spPr>
        <p:txBody>
          <a:bodyPr/>
          <a:lstStyle>
            <a:lvl1pPr fontAlgn="auto">
              <a:spcBef>
                <a:spcPts val="0"/>
              </a:spcBef>
              <a:spcAft>
                <a:spcPts val="0"/>
              </a:spcAft>
              <a:defRPr dirty="0">
                <a:latin typeface="+mn-lt"/>
                <a:ea typeface="+mn-ea"/>
                <a:cs typeface="+mn-cs"/>
              </a:defRPr>
            </a:lvl1pPr>
          </a:lstStyle>
          <a:p>
            <a:pPr>
              <a:defRPr/>
            </a:pPr>
            <a:r>
              <a:rPr lang="zh-CN" altLang="en-US"/>
              <a:t> 情境感知的信息推荐方法</a:t>
            </a:r>
            <a:endParaRPr lang="en-US" altLang="zh-CN"/>
          </a:p>
        </p:txBody>
      </p:sp>
      <p:sp>
        <p:nvSpPr>
          <p:cNvPr id="6" name="Slide Number Placeholder 22"/>
          <p:cNvSpPr>
            <a:spLocks noGrp="1"/>
          </p:cNvSpPr>
          <p:nvPr>
            <p:ph type="sldNum" sz="quarter" idx="12"/>
          </p:nvPr>
        </p:nvSpPr>
        <p:spPr/>
        <p:txBody>
          <a:bodyPr/>
          <a:lstStyle>
            <a:lvl1pPr>
              <a:defRPr/>
            </a:lvl1pPr>
          </a:lstStyle>
          <a:p>
            <a:pPr>
              <a:defRPr/>
            </a:pPr>
            <a:fld id="{B7C597EF-B125-47FD-9055-CDEABB7FC6F9}" type="slidenum">
              <a:rPr lang="zh-CN" altLang="en-US"/>
              <a:pPr>
                <a:defRPr/>
              </a:pPr>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0" y="6400800"/>
            <a:ext cx="2667000" cy="212725"/>
          </a:xfrm>
        </p:spPr>
        <p:txBody>
          <a:bodyPr/>
          <a:lstStyle>
            <a:lvl1pPr>
              <a:defRPr/>
            </a:lvl1pPr>
          </a:lstStyle>
          <a:p>
            <a:pPr>
              <a:defRPr/>
            </a:pPr>
            <a:fld id="{00659233-64C8-45AD-B60E-14D8BA2F89C6}" type="datetime1">
              <a:rPr lang="en-US" altLang="zh-CN"/>
              <a:pPr>
                <a:defRPr/>
              </a:pPr>
              <a:t>8/7/2018</a:t>
            </a:fld>
            <a:endParaRPr lang="en-US" altLang="zh-CN"/>
          </a:p>
        </p:txBody>
      </p:sp>
      <p:sp>
        <p:nvSpPr>
          <p:cNvPr id="3" name="灯片编号占位符 2"/>
          <p:cNvSpPr>
            <a:spLocks noGrp="1"/>
          </p:cNvSpPr>
          <p:nvPr>
            <p:ph type="sldNum" sz="quarter" idx="11"/>
          </p:nvPr>
        </p:nvSpPr>
        <p:spPr>
          <a:xfrm>
            <a:off x="0" y="914400"/>
            <a:ext cx="533400" cy="244475"/>
          </a:xfrm>
        </p:spPr>
        <p:txBody>
          <a:bodyPr/>
          <a:lstStyle>
            <a:lvl1pPr>
              <a:defRPr/>
            </a:lvl1pPr>
          </a:lstStyle>
          <a:p>
            <a:pPr>
              <a:defRPr/>
            </a:pPr>
            <a:fld id="{49090B82-C71B-4975-9821-AF4665046BC7}" type="slidenum">
              <a:rPr lang="zh-CN" altLang="en-US"/>
              <a:pPr>
                <a:defRPr/>
              </a:pPr>
              <a:t>‹#›</a:t>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04892627-4CB3-4B94-A92F-26CF0086F091}" type="datetime1">
              <a:rPr lang="en-US" altLang="zh-CN"/>
              <a:pPr>
                <a:defRPr/>
              </a:pPr>
              <a:t>8/7/2018</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zh-CN" altLang="en-US"/>
              <a:t>基于用户兴趣建模的推荐方法及应用研究</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E32D4537-A1C6-4EF1-9E07-32ED859303C6}" type="slidenum">
              <a:rPr lang="zh-CN" altLang="en-US"/>
              <a:pPr>
                <a:defRPr/>
              </a:pPr>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E786FF04-4CB1-407D-B79B-065A669C0945}" type="datetime1">
              <a:rPr lang="en-US" altLang="zh-CN"/>
              <a:pPr>
                <a:defRPr/>
              </a:pPr>
              <a:t>8/7/2018</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41C6EE9-8255-4212-8F80-36EA3BD3BCAA}" type="slidenum">
              <a:rPr lang="zh-CN" altLang="en-US"/>
              <a:pPr>
                <a:defRPr/>
              </a:pPr>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4511351A-87EC-4339-ACA2-05B5ECD3EC20}" type="datetime1">
              <a:rPr lang="en-US" altLang="zh-CN"/>
              <a:pPr>
                <a:defRPr/>
              </a:pPr>
              <a:t>8/7/2018</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004D3D3-E32C-45AF-91BE-BEB17A581C64}" type="slidenum">
              <a:rPr lang="zh-CN" altLang="en-US"/>
              <a:pPr>
                <a:defRPr/>
              </a:pPr>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pPr>
              <a:defRPr/>
            </a:pPr>
            <a:fld id="{427BA890-B134-4860-9817-2D2518CC925B}" type="datetime1">
              <a:rPr lang="en-US" altLang="zh-CN"/>
              <a:pPr>
                <a:defRPr/>
              </a:pPr>
              <a:t>8/7/2018</a:t>
            </a:fld>
            <a:endParaRPr lang="zh-CN" altLang="en-US"/>
          </a:p>
        </p:txBody>
      </p:sp>
      <p:sp>
        <p:nvSpPr>
          <p:cNvPr id="6" name="页脚占位符 5"/>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0C5F7D06-475D-472F-902A-E821A70DA1CB}" type="slidenum">
              <a:rPr lang="zh-CN" altLang="en-US"/>
              <a:pPr>
                <a:defRPr/>
              </a:pPr>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pPr>
              <a:defRPr/>
            </a:pPr>
            <a:fld id="{87C4F4B1-6F29-4052-AAEF-A77577F3548C}" type="datetime1">
              <a:rPr lang="en-US" altLang="zh-CN"/>
              <a:pPr>
                <a:defRPr/>
              </a:pPr>
              <a:t>8/7/2018</a:t>
            </a:fld>
            <a:endParaRPr lang="zh-CN" altLang="en-US"/>
          </a:p>
        </p:txBody>
      </p:sp>
      <p:sp>
        <p:nvSpPr>
          <p:cNvPr id="8" name="页脚占位符 7"/>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9" name="灯片编号占位符 8"/>
          <p:cNvSpPr>
            <a:spLocks noGrp="1"/>
          </p:cNvSpPr>
          <p:nvPr>
            <p:ph type="sldNum" sz="quarter" idx="12"/>
          </p:nvPr>
        </p:nvSpPr>
        <p:spPr/>
        <p:txBody>
          <a:bodyPr/>
          <a:lstStyle>
            <a:lvl1pPr>
              <a:defRPr/>
            </a:lvl1pPr>
          </a:lstStyle>
          <a:p>
            <a:pPr>
              <a:defRPr/>
            </a:pPr>
            <a:fld id="{C8D4445F-CD7D-4D7F-B63C-B6BF2F0CC7F9}" type="slidenum">
              <a:rPr lang="zh-CN" altLang="en-US"/>
              <a:pPr>
                <a:defRPr/>
              </a:pPr>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pPr>
              <a:defRPr/>
            </a:pPr>
            <a:fld id="{D90AF76B-C71C-420C-B625-8985CA3B2B39}" type="datetime1">
              <a:rPr lang="en-US" altLang="zh-CN"/>
              <a:pPr>
                <a:defRPr/>
              </a:pPr>
              <a:t>8/7/2018</a:t>
            </a:fld>
            <a:endParaRPr lang="zh-CN" altLang="en-US"/>
          </a:p>
        </p:txBody>
      </p:sp>
      <p:sp>
        <p:nvSpPr>
          <p:cNvPr id="4" name="页脚占位符 3"/>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5" name="灯片编号占位符 4"/>
          <p:cNvSpPr>
            <a:spLocks noGrp="1"/>
          </p:cNvSpPr>
          <p:nvPr>
            <p:ph type="sldNum" sz="quarter" idx="12"/>
          </p:nvPr>
        </p:nvSpPr>
        <p:spPr/>
        <p:txBody>
          <a:bodyPr/>
          <a:lstStyle>
            <a:lvl1pPr>
              <a:defRPr/>
            </a:lvl1pPr>
          </a:lstStyle>
          <a:p>
            <a:pPr>
              <a:defRPr/>
            </a:pPr>
            <a:fld id="{7CA77AC1-01D3-477F-824D-EADE660D9F18}" type="slidenum">
              <a:rPr lang="zh-CN" altLang="en-US"/>
              <a:pPr>
                <a:defRPr/>
              </a:pPr>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fld id="{AA3684B9-25C5-4C9E-9157-00B2E28C9083}" type="datetime1">
              <a:rPr lang="en-US" altLang="zh-CN"/>
              <a:pPr>
                <a:defRPr/>
              </a:pPr>
              <a:t>8/7/2018</a:t>
            </a:fld>
            <a:endParaRPr lang="zh-CN" altLang="en-US"/>
          </a:p>
        </p:txBody>
      </p:sp>
      <p:sp>
        <p:nvSpPr>
          <p:cNvPr id="3" name="页脚占位符 2"/>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4" name="灯片编号占位符 3"/>
          <p:cNvSpPr>
            <a:spLocks noGrp="1"/>
          </p:cNvSpPr>
          <p:nvPr>
            <p:ph type="sldNum" sz="quarter" idx="12"/>
          </p:nvPr>
        </p:nvSpPr>
        <p:spPr/>
        <p:txBody>
          <a:bodyPr/>
          <a:lstStyle>
            <a:lvl1pPr>
              <a:defRPr/>
            </a:lvl1pPr>
          </a:lstStyle>
          <a:p>
            <a:pPr>
              <a:defRPr/>
            </a:pPr>
            <a:fld id="{440EB95F-3C68-4E62-9F64-3D00F18D6699}" type="slidenum">
              <a:rPr lang="zh-CN" altLang="en-US"/>
              <a:pPr>
                <a:defRPr/>
              </a:pPr>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pPr>
              <a:defRPr/>
            </a:pPr>
            <a:fld id="{09C86249-2EBB-4B8D-B012-C6023955C80B}" type="datetime1">
              <a:rPr lang="en-US" altLang="zh-CN"/>
              <a:pPr>
                <a:defRPr/>
              </a:pPr>
              <a:t>8/7/2018</a:t>
            </a:fld>
            <a:endParaRPr lang="zh-CN" altLang="en-US"/>
          </a:p>
        </p:txBody>
      </p:sp>
      <p:sp>
        <p:nvSpPr>
          <p:cNvPr id="6" name="页脚占位符 5"/>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8A98A67C-B36B-4E65-B82B-5D6D62000242}" type="slidenum">
              <a:rPr lang="zh-CN" altLang="en-US"/>
              <a:pPr>
                <a:defRPr/>
              </a:pPr>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pPr>
              <a:defRPr/>
            </a:pPr>
            <a:fld id="{25944DCC-40CB-4377-BB9E-26AA9D82265F}" type="datetime1">
              <a:rPr lang="en-US" altLang="zh-CN"/>
              <a:pPr>
                <a:defRPr/>
              </a:pPr>
              <a:t>8/7/2018</a:t>
            </a:fld>
            <a:endParaRPr lang="zh-CN" altLang="en-US"/>
          </a:p>
        </p:txBody>
      </p:sp>
      <p:sp>
        <p:nvSpPr>
          <p:cNvPr id="6" name="页脚占位符 5"/>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607C5209-B7D0-4FD1-806C-09659298EC04}" type="slidenum">
              <a:rPr lang="zh-CN" altLang="en-US"/>
              <a:pPr>
                <a:defRPr/>
              </a:pPr>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BB03FF7-8D85-4730-B97D-A96FBB245F25}" type="datetime1">
              <a:rPr lang="en-US" altLang="zh-CN"/>
              <a:pPr>
                <a:defRPr/>
              </a:pPr>
              <a:t>8/7/2018</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3604783-E3F2-4BE1-A84A-AE19E0582449}" type="slidenum">
              <a:rPr lang="zh-CN" altLang="en-US"/>
              <a:pPr>
                <a:defRPr/>
              </a:pPr>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7D82E6A-91D9-4257-9C29-D57AE230D5A1}" type="datetime1">
              <a:rPr lang="en-US" altLang="zh-CN"/>
              <a:pPr>
                <a:defRPr/>
              </a:pPr>
              <a:t>8/7/2018</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D99D9EA-0177-49B9-BB8A-16291DD1D889}" type="slidenum">
              <a:rPr lang="zh-CN" altLang="en-US"/>
              <a:pPr>
                <a:defRPr/>
              </a:pPr>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B05A5BDB-16D2-4E14-AB84-0F26797D5895}" type="datetime1">
              <a:rPr lang="en-US" altLang="zh-CN"/>
              <a:pPr>
                <a:defRPr/>
              </a:pPr>
              <a:t>8/7/2018</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4FAB47D-EA62-40EF-8DB2-EB0220A46807}" type="slidenum">
              <a:rPr lang="zh-CN" altLang="en-US"/>
              <a:pPr>
                <a:defRPr/>
              </a:pPr>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72A353E-80E4-4C29-B9BA-975416DDD1C1}" type="datetime1">
              <a:rPr lang="en-US" altLang="zh-CN"/>
              <a:pPr>
                <a:defRPr/>
              </a:pPr>
              <a:t>8/7/2018</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4556875-BEB5-482F-AEDD-C5273CF362A6}" type="slidenum">
              <a:rPr lang="zh-CN" altLang="en-US"/>
              <a:pPr>
                <a:defRPr/>
              </a:pPr>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D6FFFFAB-0304-4CE4-887F-050A23D12971}" type="datetime1">
              <a:rPr lang="en-US" altLang="zh-CN"/>
              <a:pPr>
                <a:defRPr/>
              </a:pPr>
              <a:t>8/7/2018</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95A4AE0-39A3-4429-AEF3-3118D6C518E6}" type="slidenum">
              <a:rPr lang="zh-CN" altLang="en-US"/>
              <a:pPr>
                <a:defRPr/>
              </a:pPr>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511FCD02-C015-4751-A2D6-6847D36CE042}" type="datetime1">
              <a:rPr lang="en-US" altLang="zh-CN"/>
              <a:pPr>
                <a:defRPr/>
              </a:pPr>
              <a:t>8/7/2018</a:t>
            </a:fld>
            <a:endParaRPr lang="zh-CN" altLang="en-US"/>
          </a:p>
        </p:txBody>
      </p:sp>
      <p:sp>
        <p:nvSpPr>
          <p:cNvPr id="6"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8D440C5-57FC-4C78-BFB8-C1BA35398CCE}" type="slidenum">
              <a:rPr lang="zh-CN" altLang="en-US"/>
              <a:pPr>
                <a:defRPr/>
              </a:pPr>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F94E5E4C-BB15-444F-B87C-E031C733682C}" type="datetime1">
              <a:rPr lang="en-US" altLang="zh-CN"/>
              <a:pPr>
                <a:defRPr/>
              </a:pPr>
              <a:t>8/7/2018</a:t>
            </a:fld>
            <a:endParaRPr lang="zh-CN" altLang="en-US"/>
          </a:p>
        </p:txBody>
      </p:sp>
      <p:sp>
        <p:nvSpPr>
          <p:cNvPr id="8"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98C2F155-1B90-461F-BF66-C2082DF805A4}" type="slidenum">
              <a:rPr lang="zh-CN" altLang="en-US"/>
              <a:pPr>
                <a:defRPr/>
              </a:pPr>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59C5B88E-1312-4446-98D6-3C55E330C3CA}" type="datetime1">
              <a:rPr lang="en-US" altLang="zh-CN"/>
              <a:pPr>
                <a:defRPr/>
              </a:pPr>
              <a:t>8/7/2018</a:t>
            </a:fld>
            <a:endParaRPr lang="zh-CN" altLang="en-US"/>
          </a:p>
        </p:txBody>
      </p:sp>
      <p:sp>
        <p:nvSpPr>
          <p:cNvPr id="4"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0ECAFFB8-3CF0-45C7-8723-32795D78083B}" type="slidenum">
              <a:rPr lang="zh-CN" altLang="en-US"/>
              <a:pPr>
                <a:defRPr/>
              </a:pPr>
              <a:t>‹#›</a:t>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A9799C08-F257-4613-BD26-687AF6CEE4E1}" type="datetime1">
              <a:rPr lang="en-US" altLang="zh-CN"/>
              <a:pPr>
                <a:defRPr/>
              </a:pPr>
              <a:t>8/7/2018</a:t>
            </a:fld>
            <a:endParaRPr lang="zh-CN" altLang="en-US"/>
          </a:p>
        </p:txBody>
      </p:sp>
      <p:sp>
        <p:nvSpPr>
          <p:cNvPr id="3"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D9DA6296-7126-4F06-8F98-970BC782F0E8}" type="slidenum">
              <a:rPr lang="zh-CN" altLang="en-US"/>
              <a:pPr>
                <a:defRPr/>
              </a:pPr>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29BD4CD-7C8F-4C9C-97DC-DA7AAC4936E4}" type="datetime1">
              <a:rPr lang="en-US" altLang="zh-CN"/>
              <a:pPr>
                <a:defRPr/>
              </a:pPr>
              <a:t>8/7/2018</a:t>
            </a:fld>
            <a:endParaRPr lang="zh-CN" altLang="en-US"/>
          </a:p>
        </p:txBody>
      </p:sp>
      <p:sp>
        <p:nvSpPr>
          <p:cNvPr id="6"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5C9E4A3-11EB-494A-85E6-93DA26E79CD0}" type="slidenum">
              <a:rPr lang="zh-CN" altLang="en-US"/>
              <a:pPr>
                <a:defRPr/>
              </a:pPr>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D7A7FF0-94AB-4BF3-A7F8-D8CBE2BC3E83}" type="datetime1">
              <a:rPr lang="en-US" altLang="zh-CN"/>
              <a:pPr>
                <a:defRPr/>
              </a:pPr>
              <a:t>8/7/2018</a:t>
            </a:fld>
            <a:endParaRPr lang="zh-CN" altLang="en-US"/>
          </a:p>
        </p:txBody>
      </p:sp>
      <p:sp>
        <p:nvSpPr>
          <p:cNvPr id="6"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81F63DE-0679-4B56-A50C-2B7FE0510227}" type="slidenum">
              <a:rPr lang="zh-CN" altLang="en-US"/>
              <a:pPr>
                <a:defRPr/>
              </a:pPr>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526C180-9E7B-4DBB-AF0E-75B11D3EA59E}" type="datetime1">
              <a:rPr lang="en-US" altLang="zh-CN"/>
              <a:pPr>
                <a:defRPr/>
              </a:pPr>
              <a:t>8/7/2018</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D8230AB-F176-4A30-A6B1-2D7B86B52DFF}" type="slidenum">
              <a:rPr lang="zh-CN" altLang="en-US"/>
              <a:pPr>
                <a:defRPr/>
              </a:pPr>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23B7ED6-C091-4356-B12B-DD33110BA1E7}" type="datetime1">
              <a:rPr lang="en-US" altLang="zh-CN"/>
              <a:pPr>
                <a:defRPr/>
              </a:pPr>
              <a:t>8/7/2018</a:t>
            </a:fld>
            <a:endParaRPr lang="zh-CN" altLang="en-US"/>
          </a:p>
        </p:txBody>
      </p:sp>
      <p:sp>
        <p:nvSpPr>
          <p:cNvPr id="5" name="页脚占位符 4"/>
          <p:cNvSpPr>
            <a:spLocks noGrp="1"/>
          </p:cNvSpPr>
          <p:nvPr>
            <p:ph type="ftr" sz="quarter" idx="11"/>
          </p:nvPr>
        </p:nvSpPr>
        <p:spPr/>
        <p:txBody>
          <a:bodyPr/>
          <a:lstStyle>
            <a:lvl1pPr>
              <a:defRPr/>
            </a:lvl1pPr>
          </a:lstStyle>
          <a:p>
            <a:pPr>
              <a:defRPr/>
            </a:pPr>
            <a:r>
              <a:rPr lang="en-US" altLang="zh-CN"/>
              <a:t>Personalized travel package recommendation</a:t>
            </a: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E39D190-DB15-46E2-AC75-18F2C23CCD60}" type="slidenum">
              <a:rPr lang="zh-CN" altLang="en-US"/>
              <a:pPr>
                <a:defRPr/>
              </a:pPr>
              <a:t>‹#›</a:t>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c"/>
          <p:cNvSpPr txBox="1"/>
          <p:nvPr userDrawn="1"/>
        </p:nvSpPr>
        <p:spPr>
          <a:xfrm>
            <a:off x="0" y="6642100"/>
            <a:ext cx="9144000" cy="246063"/>
          </a:xfrm>
          <a:prstGeom prst="rect">
            <a:avLst/>
          </a:prstGeom>
          <a:noFill/>
        </p:spPr>
        <p:txBody>
          <a:bodyPr>
            <a:spAutoFit/>
          </a:bodyPr>
          <a:lstStyle/>
          <a:p>
            <a:pPr algn="ctr" fontAlgn="auto">
              <a:spcBef>
                <a:spcPts val="0"/>
              </a:spcBef>
              <a:spcAft>
                <a:spcPts val="0"/>
              </a:spcAft>
              <a:defRPr/>
            </a:pPr>
            <a:endParaRPr lang="en-US" sz="1000" b="1">
              <a:solidFill>
                <a:srgbClr val="3E8430"/>
              </a:solidFill>
              <a:latin typeface="Arial" panose="020B0604020202020204"/>
              <a:ea typeface="+mn-ea"/>
              <a:cs typeface="+mn-cs"/>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342900" indent="-342900">
              <a:buClr>
                <a:schemeClr val="tx1"/>
              </a:buClr>
              <a:buFont typeface="Arial" panose="020B0604020202020204" pitchFamily="34" charset="0"/>
              <a:buChar char="•"/>
              <a:defRPr/>
            </a:lvl1pPr>
            <a:lvl2pPr marL="742950" indent="-285750">
              <a:buClr>
                <a:schemeClr val="tx1"/>
              </a:buClr>
              <a:buFont typeface="Arial" panose="020B0604020202020204" pitchFamily="34" charset="0"/>
              <a:buChar char="•"/>
              <a:defRPr/>
            </a:lvl2pPr>
            <a:lvl3pPr marL="1143000" indent="-228600">
              <a:buClr>
                <a:schemeClr val="tx1"/>
              </a:buClr>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36625" y="1198563"/>
            <a:ext cx="3881438" cy="5141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70463" y="1198563"/>
            <a:ext cx="3883025" cy="51419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5463" y="228600"/>
            <a:ext cx="1978025" cy="61118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36625" y="228600"/>
            <a:ext cx="5786438" cy="611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143000" y="228600"/>
            <a:ext cx="7691438" cy="679450"/>
          </a:xfrm>
        </p:spPr>
        <p:txBody>
          <a:bodyPr/>
          <a:lstStyle/>
          <a:p>
            <a:r>
              <a:rPr lang="en-US"/>
              <a:t>Click to edit Master title style</a:t>
            </a:r>
          </a:p>
        </p:txBody>
      </p:sp>
      <p:sp>
        <p:nvSpPr>
          <p:cNvPr id="3" name="Content Placeholder 2"/>
          <p:cNvSpPr>
            <a:spLocks noGrp="1"/>
          </p:cNvSpPr>
          <p:nvPr>
            <p:ph sz="half" idx="1"/>
          </p:nvPr>
        </p:nvSpPr>
        <p:spPr>
          <a:xfrm>
            <a:off x="936625" y="1198563"/>
            <a:ext cx="3881438" cy="5141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970463" y="1198563"/>
            <a:ext cx="3883025" cy="2493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970463" y="3844925"/>
            <a:ext cx="3883025" cy="2495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43000" y="228600"/>
            <a:ext cx="7691438" cy="679450"/>
          </a:xfrm>
        </p:spPr>
        <p:txBody>
          <a:bodyPr/>
          <a:lstStyle/>
          <a:p>
            <a:r>
              <a:rPr lang="en-US"/>
              <a:t>Click to edit Master title style</a:t>
            </a:r>
          </a:p>
        </p:txBody>
      </p:sp>
      <p:sp>
        <p:nvSpPr>
          <p:cNvPr id="3" name="Text Placeholder 2"/>
          <p:cNvSpPr>
            <a:spLocks noGrp="1"/>
          </p:cNvSpPr>
          <p:nvPr>
            <p:ph type="body" sz="half" idx="1"/>
          </p:nvPr>
        </p:nvSpPr>
        <p:spPr>
          <a:xfrm>
            <a:off x="936625" y="1198563"/>
            <a:ext cx="3881438" cy="5141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70463" y="1198563"/>
            <a:ext cx="3883025" cy="5141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143000" y="228600"/>
            <a:ext cx="7691438" cy="679450"/>
          </a:xfrm>
        </p:spPr>
        <p:txBody>
          <a:bodyPr/>
          <a:lstStyle/>
          <a:p>
            <a:r>
              <a:rPr lang="en-US"/>
              <a:t>Click to edit Master title style</a:t>
            </a:r>
          </a:p>
        </p:txBody>
      </p:sp>
      <p:sp>
        <p:nvSpPr>
          <p:cNvPr id="3" name="Table Placeholder 2"/>
          <p:cNvSpPr>
            <a:spLocks noGrp="1"/>
          </p:cNvSpPr>
          <p:nvPr>
            <p:ph type="tbl" idx="1" hasCustomPrompt="1"/>
          </p:nvPr>
        </p:nvSpPr>
        <p:spPr>
          <a:xfrm>
            <a:off x="936625" y="1198563"/>
            <a:ext cx="7916863" cy="5141912"/>
          </a:xfrm>
        </p:spPr>
        <p:txBody>
          <a:bodyPr/>
          <a:lstStyle/>
          <a:p>
            <a:pPr lvl="0"/>
            <a:r>
              <a:rPr lang="zh-CN" altLang="en-US" noProof="0"/>
              <a:t>单击图标添加表格</a:t>
            </a:r>
            <a:endParaRPr lang="en-US" noProof="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3" name="Rectangle 2"/>
          <p:cNvSpPr>
            <a:spLocks noChangeArrowheads="1"/>
          </p:cNvSpPr>
          <p:nvPr/>
        </p:nvSpPr>
        <p:spPr bwMode="gray">
          <a:xfrm>
            <a:off x="1588" y="908050"/>
            <a:ext cx="9142412" cy="41973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algn="ctr" fontAlgn="auto">
              <a:spcBef>
                <a:spcPts val="0"/>
              </a:spcBef>
              <a:spcAft>
                <a:spcPts val="0"/>
              </a:spcAft>
              <a:defRPr/>
            </a:pPr>
            <a:endParaRPr lang="en-US" sz="2800" dirty="0">
              <a:latin typeface="Arial" panose="020B0604020202020204" pitchFamily="34" charset="0"/>
              <a:ea typeface="+mn-ea"/>
              <a:cs typeface="+mn-cs"/>
            </a:endParaRPr>
          </a:p>
        </p:txBody>
      </p:sp>
      <p:graphicFrame>
        <p:nvGraphicFramePr>
          <p:cNvPr id="4" name="Object 1"/>
          <p:cNvGraphicFramePr>
            <a:graphicFrameLocks noChangeAspect="1"/>
          </p:cNvGraphicFramePr>
          <p:nvPr/>
        </p:nvGraphicFramePr>
        <p:xfrm>
          <a:off x="0" y="0"/>
          <a:ext cx="9144000" cy="908050"/>
        </p:xfrm>
        <a:graphic>
          <a:graphicData uri="http://schemas.openxmlformats.org/presentationml/2006/ole">
            <p:oleObj spid="_x0000_s1029" name="Image" r:id="rId3" imgW="13003175" imgH="4571429" progId="">
              <p:embed/>
            </p:oleObj>
          </a:graphicData>
        </a:graphic>
      </p:graphicFrame>
      <p:sp>
        <p:nvSpPr>
          <p:cNvPr id="5" name="AutoShape 4"/>
          <p:cNvSpPr>
            <a:spLocks noChangeArrowheads="1"/>
          </p:cNvSpPr>
          <p:nvPr/>
        </p:nvSpPr>
        <p:spPr bwMode="gray">
          <a:xfrm>
            <a:off x="323850" y="1700213"/>
            <a:ext cx="8424863" cy="1439862"/>
          </a:xfrm>
          <a:prstGeom prst="roundRect">
            <a:avLst>
              <a:gd name="adj" fmla="val 38449"/>
            </a:avLst>
          </a:prstGeom>
          <a:solidFill>
            <a:schemeClr val="bg1"/>
          </a:solidFill>
          <a:ln w="38100" algn="ctr">
            <a:noFill/>
            <a:round/>
          </a:ln>
          <a:effectLst/>
        </p:spPr>
        <p:txBody>
          <a:bodyPr wrap="none" anchor="ctr"/>
          <a:lstStyle/>
          <a:p>
            <a:pPr algn="ctr" fontAlgn="auto">
              <a:spcBef>
                <a:spcPts val="0"/>
              </a:spcBef>
              <a:spcAft>
                <a:spcPts val="0"/>
              </a:spcAft>
              <a:defRPr/>
            </a:pPr>
            <a:endParaRPr lang="en-US" sz="2800" dirty="0">
              <a:latin typeface="Arial" panose="020B0604020202020204" pitchFamily="34" charset="0"/>
              <a:ea typeface="+mn-ea"/>
              <a:cs typeface="+mn-cs"/>
            </a:endParaRPr>
          </a:p>
        </p:txBody>
      </p:sp>
      <p:pic>
        <p:nvPicPr>
          <p:cNvPr id="6" name="Picture 6" descr="471c1ade"/>
          <p:cNvPicPr>
            <a:picLocks noChangeAspect="1" noChangeArrowheads="1"/>
          </p:cNvPicPr>
          <p:nvPr userDrawn="1"/>
        </p:nvPicPr>
        <p:blipFill>
          <a:blip r:embed="rId4" cstate="print">
            <a:clrChange>
              <a:clrFrom>
                <a:srgbClr val="FFFFFF"/>
              </a:clrFrom>
              <a:clrTo>
                <a:srgbClr val="FFFFFF">
                  <a:alpha val="0"/>
                </a:srgbClr>
              </a:clrTo>
            </a:clrChange>
          </a:blip>
          <a:srcRect/>
          <a:stretch>
            <a:fillRect/>
          </a:stretch>
        </p:blipFill>
        <p:spPr bwMode="auto">
          <a:xfrm>
            <a:off x="179388" y="4941888"/>
            <a:ext cx="1728787" cy="1722437"/>
          </a:xfrm>
          <a:prstGeom prst="rect">
            <a:avLst/>
          </a:prstGeom>
          <a:noFill/>
          <a:ln w="9525">
            <a:noFill/>
            <a:miter lim="800000"/>
            <a:headEnd/>
            <a:tailEnd/>
          </a:ln>
        </p:spPr>
      </p:pic>
      <p:sp>
        <p:nvSpPr>
          <p:cNvPr id="12293" name="Rectangle 5"/>
          <p:cNvSpPr>
            <a:spLocks noGrp="1" noChangeArrowheads="1"/>
          </p:cNvSpPr>
          <p:nvPr>
            <p:ph type="ctrTitle"/>
          </p:nvPr>
        </p:nvSpPr>
        <p:spPr bwMode="gray">
          <a:xfrm>
            <a:off x="762000" y="1703388"/>
            <a:ext cx="7620000" cy="682625"/>
          </a:xfrm>
        </p:spPr>
        <p:txBody>
          <a:bodyPr/>
          <a:lstStyle>
            <a:lvl1pPr>
              <a:defRPr sz="4000" b="1">
                <a:solidFill>
                  <a:schemeClr val="tx1"/>
                </a:solidFill>
              </a:defRPr>
            </a:lvl1pPr>
          </a:lstStyle>
          <a:p>
            <a:r>
              <a:rPr lang="en-US" altLang="zh-CN"/>
              <a:t>Click to edit Master title style</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3.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image" Target="../media/image8.jpe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image" Target="../media/image7.jpeg"/><Relationship Id="rId2" Type="http://schemas.openxmlformats.org/officeDocument/2006/relationships/slideLayout" Target="../slideLayouts/slideLayout46.xml"/><Relationship Id="rId16" Type="http://schemas.openxmlformats.org/officeDocument/2006/relationships/theme" Target="../theme/theme4.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19" Type="http://schemas.openxmlformats.org/officeDocument/2006/relationships/image" Target="../media/image9.png"/><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227013" y="228600"/>
            <a:ext cx="6326187" cy="609600"/>
          </a:xfrm>
          <a:prstGeom prst="rect">
            <a:avLst/>
          </a:prstGeom>
          <a:noFill/>
          <a:ln w="9525">
            <a:noFill/>
            <a:miter lim="800000"/>
          </a:ln>
        </p:spPr>
        <p:txBody>
          <a:bodyPr vert="horz" wrap="square" lIns="91440" tIns="45720" rIns="91440" bIns="45720" numCol="1" anchor="ctr" anchorCtr="0" compatLnSpc="1"/>
          <a:lstStyle/>
          <a:p>
            <a:pPr lvl="0"/>
            <a:r>
              <a:rPr lang="en-US" altLang="zh-CN" smtClean="0"/>
              <a:t>Click to edit Master title style</a:t>
            </a:r>
          </a:p>
        </p:txBody>
      </p:sp>
      <p:sp>
        <p:nvSpPr>
          <p:cNvPr id="1027" name="Text Placeholder 12"/>
          <p:cNvSpPr>
            <a:spLocks noGrp="1"/>
          </p:cNvSpPr>
          <p:nvPr>
            <p:ph type="body" idx="1"/>
          </p:nvPr>
        </p:nvSpPr>
        <p:spPr bwMode="auto">
          <a:xfrm>
            <a:off x="381000" y="1295400"/>
            <a:ext cx="8382000" cy="5105400"/>
          </a:xfrm>
          <a:prstGeom prst="rect">
            <a:avLst/>
          </a:prstGeom>
          <a:noFill/>
          <a:ln w="9525">
            <a:noFill/>
            <a:miter lim="800000"/>
          </a:ln>
        </p:spPr>
        <p:txBody>
          <a:bodyPr vert="horz" wrap="square" lIns="91440" tIns="45720" rIns="91440" bIns="45720" numCol="1" anchor="t" anchorCtr="0" compatLnSpc="1"/>
          <a:lstStyle/>
          <a:p>
            <a:pPr lvl="0"/>
            <a:r>
              <a:rPr lang="en-US" altLang="zh-CN" dirty="0" smtClean="0"/>
              <a:t>Click to edit Master text styles</a:t>
            </a:r>
          </a:p>
          <a:p>
            <a:pPr lvl="1"/>
            <a:r>
              <a:rPr lang="en-US" altLang="zh-CN" dirty="0" smtClean="0"/>
              <a:t>Second level</a:t>
            </a:r>
          </a:p>
          <a:p>
            <a:pPr lvl="2"/>
            <a:r>
              <a:rPr lang="en-US" altLang="zh-CN" dirty="0" smtClean="0"/>
              <a:t>Third level</a:t>
            </a:r>
          </a:p>
          <a:p>
            <a:pPr lvl="3"/>
            <a:r>
              <a:rPr lang="en-US" altLang="zh-CN" dirty="0" smtClean="0"/>
              <a:t>Fourth level</a:t>
            </a:r>
          </a:p>
          <a:p>
            <a:pPr lvl="4"/>
            <a:r>
              <a:rPr lang="en-US" altLang="zh-CN" dirty="0" smtClean="0"/>
              <a:t>Fifth level</a:t>
            </a:r>
          </a:p>
        </p:txBody>
      </p:sp>
      <p:sp>
        <p:nvSpPr>
          <p:cNvPr id="14" name="Date Placeholder 13"/>
          <p:cNvSpPr>
            <a:spLocks noGrp="1"/>
          </p:cNvSpPr>
          <p:nvPr>
            <p:ph type="dt" sz="half" idx="2"/>
          </p:nvPr>
        </p:nvSpPr>
        <p:spPr>
          <a:xfrm>
            <a:off x="6096000" y="6400800"/>
            <a:ext cx="2667000" cy="212725"/>
          </a:xfrm>
          <a:prstGeom prst="rect">
            <a:avLst/>
          </a:prstGeom>
        </p:spPr>
        <p:txBody>
          <a:bodyPr vert="horz" wrap="square" lIns="91440" tIns="45720" rIns="91440" bIns="45720" numCol="1" anchor="ctr" anchorCtr="0" compatLnSpc="1"/>
          <a:lstStyle>
            <a:lvl1pPr algn="r" fontAlgn="auto">
              <a:spcBef>
                <a:spcPts val="0"/>
              </a:spcBef>
              <a:spcAft>
                <a:spcPts val="0"/>
              </a:spcAft>
              <a:defRPr sz="1400" smtClean="0">
                <a:solidFill>
                  <a:schemeClr val="tx2"/>
                </a:solidFill>
                <a:latin typeface="+mn-lt"/>
                <a:ea typeface="宋体" panose="02010600030101010101" pitchFamily="2" charset="-122"/>
                <a:cs typeface="+mn-cs"/>
              </a:defRPr>
            </a:lvl1pPr>
          </a:lstStyle>
          <a:p>
            <a:pPr>
              <a:defRPr/>
            </a:pPr>
            <a:fld id="{6C4F680F-079A-4D21-BC64-C76BDD652F07}" type="datetime1">
              <a:rPr lang="en-US" altLang="zh-CN"/>
              <a:pPr>
                <a:defRPr/>
              </a:pPr>
              <a:t>8/7/2018</a:t>
            </a:fld>
            <a:endParaRPr lang="en-US" altLang="zh-CN"/>
          </a:p>
        </p:txBody>
      </p:sp>
      <p:sp>
        <p:nvSpPr>
          <p:cNvPr id="7" name="Rectangle 6"/>
          <p:cNvSpPr/>
          <p:nvPr/>
        </p:nvSpPr>
        <p:spPr bwMode="white">
          <a:xfrm>
            <a:off x="0" y="990600"/>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8" name="Rectangle 7"/>
          <p:cNvSpPr/>
          <p:nvPr/>
        </p:nvSpPr>
        <p:spPr>
          <a:xfrm>
            <a:off x="0" y="91440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9" name="Rectangle 8"/>
          <p:cNvSpPr/>
          <p:nvPr/>
        </p:nvSpPr>
        <p:spPr>
          <a:xfrm>
            <a:off x="590550" y="91440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a typeface="宋体" panose="02010600030101010101" pitchFamily="2" charset="-122"/>
              <a:cs typeface="Arial" panose="020B0604020202020204" pitchFamily="34" charset="0"/>
            </a:endParaRPr>
          </a:p>
        </p:txBody>
      </p:sp>
      <p:sp>
        <p:nvSpPr>
          <p:cNvPr id="23" name="Slide Number Placeholder 22"/>
          <p:cNvSpPr>
            <a:spLocks noGrp="1"/>
          </p:cNvSpPr>
          <p:nvPr>
            <p:ph type="sldNum" sz="quarter" idx="4"/>
          </p:nvPr>
        </p:nvSpPr>
        <p:spPr>
          <a:xfrm>
            <a:off x="0" y="914400"/>
            <a:ext cx="533400" cy="244475"/>
          </a:xfrm>
          <a:prstGeom prst="rect">
            <a:avLst/>
          </a:prstGeom>
        </p:spPr>
        <p:txBody>
          <a:bodyPr vert="horz" wrap="square" lIns="91440" tIns="45720" rIns="91440" bIns="45720" numCol="1" anchor="ctr" anchorCtr="0" compatLnSpc="1">
            <a:normAutofit/>
          </a:bodyPr>
          <a:lstStyle>
            <a:lvl1pPr algn="ctr" fontAlgn="auto">
              <a:spcBef>
                <a:spcPts val="0"/>
              </a:spcBef>
              <a:spcAft>
                <a:spcPts val="0"/>
              </a:spcAft>
              <a:defRPr sz="1400" b="1">
                <a:solidFill>
                  <a:schemeClr val="bg1"/>
                </a:solidFill>
                <a:latin typeface="Tw Cen MT" panose="020B0602020104020603" pitchFamily="34" charset="0"/>
                <a:ea typeface="宋体" panose="02010600030101010101" pitchFamily="2" charset="-122"/>
                <a:cs typeface="+mn-cs"/>
              </a:defRPr>
            </a:lvl1pPr>
          </a:lstStyle>
          <a:p>
            <a:pPr>
              <a:defRPr/>
            </a:pPr>
            <a:fld id="{A61C4EDE-AA33-4AC7-9B32-39E479B9BD72}" type="slidenum">
              <a:rPr lang="zh-CN" altLang="en-US"/>
              <a:pPr>
                <a:defRPr/>
              </a:pPr>
              <a:t>‹#›</a:t>
            </a:fld>
            <a:endParaRPr lang="en-US" altLang="zh-CN"/>
          </a:p>
        </p:txBody>
      </p:sp>
      <p:pic>
        <p:nvPicPr>
          <p:cNvPr id="1033" name="Picture 1" descr="E:\2013Qi\2012教育部奖 杰青申请 安徽省科技进步奖\申请资料\答辩PPT\ustclogo.jpg"/>
          <p:cNvPicPr>
            <a:picLocks noChangeAspect="1" noChangeArrowheads="1"/>
          </p:cNvPicPr>
          <p:nvPr userDrawn="1"/>
        </p:nvPicPr>
        <p:blipFill>
          <a:blip r:embed="rId24" cstate="print"/>
          <a:srcRect/>
          <a:stretch>
            <a:fillRect/>
          </a:stretch>
        </p:blipFill>
        <p:spPr bwMode="auto">
          <a:xfrm>
            <a:off x="8215313" y="0"/>
            <a:ext cx="882650" cy="87788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hdr="0" dt="0"/>
  <p:txStyles>
    <p:titleStyle>
      <a:lvl1pPr algn="l" rtl="0" eaLnBrk="0" fontAlgn="base" hangingPunct="0">
        <a:spcBef>
          <a:spcPct val="0"/>
        </a:spcBef>
        <a:spcAft>
          <a:spcPct val="0"/>
        </a:spcAft>
        <a:defRPr sz="3600" kern="1200">
          <a:solidFill>
            <a:schemeClr val="tx2"/>
          </a:solidFill>
          <a:latin typeface="Palatino Linotype" panose="02040502050505030304" pitchFamily="18" charset="0"/>
          <a:ea typeface="+mj-ea"/>
          <a:cs typeface="华文仿宋" panose="02010600040101010101" charset="-122"/>
        </a:defRPr>
      </a:lvl1pPr>
      <a:lvl2pPr algn="l" rtl="0" eaLnBrk="0" fontAlgn="base" hangingPunct="0">
        <a:spcBef>
          <a:spcPct val="0"/>
        </a:spcBef>
        <a:spcAft>
          <a:spcPct val="0"/>
        </a:spcAft>
        <a:defRPr sz="3600">
          <a:solidFill>
            <a:schemeClr val="tx2"/>
          </a:solidFill>
          <a:latin typeface="Palatino Linotype" panose="02040502050505030304" pitchFamily="18" charset="0"/>
          <a:ea typeface="华文仿宋" panose="02010600040101010101" charset="-122"/>
          <a:cs typeface="华文仿宋" panose="02010600040101010101" charset="-122"/>
        </a:defRPr>
      </a:lvl2pPr>
      <a:lvl3pPr algn="l" rtl="0" eaLnBrk="0" fontAlgn="base" hangingPunct="0">
        <a:spcBef>
          <a:spcPct val="0"/>
        </a:spcBef>
        <a:spcAft>
          <a:spcPct val="0"/>
        </a:spcAft>
        <a:defRPr sz="3600">
          <a:solidFill>
            <a:schemeClr val="tx2"/>
          </a:solidFill>
          <a:latin typeface="Palatino Linotype" panose="02040502050505030304" pitchFamily="18" charset="0"/>
          <a:ea typeface="华文仿宋" panose="02010600040101010101" charset="-122"/>
          <a:cs typeface="华文仿宋" panose="02010600040101010101" charset="-122"/>
        </a:defRPr>
      </a:lvl3pPr>
      <a:lvl4pPr algn="l" rtl="0" eaLnBrk="0" fontAlgn="base" hangingPunct="0">
        <a:spcBef>
          <a:spcPct val="0"/>
        </a:spcBef>
        <a:spcAft>
          <a:spcPct val="0"/>
        </a:spcAft>
        <a:defRPr sz="3600">
          <a:solidFill>
            <a:schemeClr val="tx2"/>
          </a:solidFill>
          <a:latin typeface="Palatino Linotype" panose="02040502050505030304" pitchFamily="18" charset="0"/>
          <a:ea typeface="华文仿宋" panose="02010600040101010101" charset="-122"/>
          <a:cs typeface="华文仿宋" panose="02010600040101010101" charset="-122"/>
        </a:defRPr>
      </a:lvl4pPr>
      <a:lvl5pPr algn="l" rtl="0" eaLnBrk="0" fontAlgn="base" hangingPunct="0">
        <a:spcBef>
          <a:spcPct val="0"/>
        </a:spcBef>
        <a:spcAft>
          <a:spcPct val="0"/>
        </a:spcAft>
        <a:defRPr sz="3600">
          <a:solidFill>
            <a:schemeClr val="tx2"/>
          </a:solidFill>
          <a:latin typeface="Palatino Linotype" panose="02040502050505030304" pitchFamily="18" charset="0"/>
          <a:ea typeface="华文仿宋" panose="02010600040101010101" charset="-122"/>
          <a:cs typeface="华文仿宋" panose="02010600040101010101" charset="-122"/>
        </a:defRPr>
      </a:lvl5pPr>
      <a:lvl6pPr marL="457200" algn="l" rtl="0" fontAlgn="base">
        <a:spcBef>
          <a:spcPct val="0"/>
        </a:spcBef>
        <a:spcAft>
          <a:spcPct val="0"/>
        </a:spcAft>
        <a:defRPr sz="4400">
          <a:solidFill>
            <a:schemeClr val="tx2"/>
          </a:solidFill>
          <a:latin typeface="Tw Cen MT" panose="020B0602020104020603" pitchFamily="34" charset="0"/>
        </a:defRPr>
      </a:lvl6pPr>
      <a:lvl7pPr marL="914400" algn="l" rtl="0" fontAlgn="base">
        <a:spcBef>
          <a:spcPct val="0"/>
        </a:spcBef>
        <a:spcAft>
          <a:spcPct val="0"/>
        </a:spcAft>
        <a:defRPr sz="4400">
          <a:solidFill>
            <a:schemeClr val="tx2"/>
          </a:solidFill>
          <a:latin typeface="Tw Cen MT" panose="020B0602020104020603" pitchFamily="34" charset="0"/>
        </a:defRPr>
      </a:lvl7pPr>
      <a:lvl8pPr marL="1371600" algn="l" rtl="0" fontAlgn="base">
        <a:spcBef>
          <a:spcPct val="0"/>
        </a:spcBef>
        <a:spcAft>
          <a:spcPct val="0"/>
        </a:spcAft>
        <a:defRPr sz="4400">
          <a:solidFill>
            <a:schemeClr val="tx2"/>
          </a:solidFill>
          <a:latin typeface="Tw Cen MT" panose="020B0602020104020603" pitchFamily="34" charset="0"/>
        </a:defRPr>
      </a:lvl8pPr>
      <a:lvl9pPr marL="1828800" algn="l" rtl="0" fontAlgn="base">
        <a:spcBef>
          <a:spcPct val="0"/>
        </a:spcBef>
        <a:spcAft>
          <a:spcPct val="0"/>
        </a:spcAft>
        <a:defRPr sz="4400">
          <a:solidFill>
            <a:schemeClr val="tx2"/>
          </a:solidFill>
          <a:latin typeface="Tw Cen MT" panose="020B0602020104020603" pitchFamily="34" charset="0"/>
        </a:defRPr>
      </a:lvl9pPr>
    </p:titleStyle>
    <p:bodyStyle>
      <a:lvl1pPr marL="319405" indent="-319405" algn="l" rtl="0" eaLnBrk="0" fontAlgn="base" hangingPunct="0">
        <a:spcBef>
          <a:spcPts val="700"/>
        </a:spcBef>
        <a:spcAft>
          <a:spcPct val="0"/>
        </a:spcAft>
        <a:buClr>
          <a:schemeClr val="accent2"/>
        </a:buClr>
        <a:buSzPct val="60000"/>
        <a:buFont typeface="Wingdings" panose="05000000000000000000"/>
        <a:buChar char=""/>
        <a:defRPr sz="2800" kern="1200">
          <a:solidFill>
            <a:schemeClr val="tx1"/>
          </a:solidFill>
          <a:latin typeface="Palatino Linotype" panose="02040502050505030304" pitchFamily="18" charset="0"/>
          <a:ea typeface="+mn-ea"/>
          <a:cs typeface="华文仿宋" panose="02010600040101010101" charset="-122"/>
        </a:defRPr>
      </a:lvl1pPr>
      <a:lvl2pPr marL="640080" indent="-273050" algn="l" rtl="0" eaLnBrk="0" fontAlgn="base" hangingPunct="0">
        <a:spcBef>
          <a:spcPts val="550"/>
        </a:spcBef>
        <a:spcAft>
          <a:spcPct val="0"/>
        </a:spcAft>
        <a:buClr>
          <a:schemeClr val="accent1"/>
        </a:buClr>
        <a:buSzPct val="70000"/>
        <a:buFont typeface="Wingdings" panose="05000000000000000000"/>
        <a:buChar char="o"/>
        <a:defRPr sz="2200" kern="1200">
          <a:solidFill>
            <a:schemeClr val="tx1"/>
          </a:solidFill>
          <a:latin typeface="Palatino Linotype" panose="02040502050505030304" pitchFamily="18" charset="0"/>
          <a:ea typeface="+mn-ea"/>
          <a:cs typeface="华文仿宋" panose="02010600040101010101" charset="-122"/>
        </a:defRPr>
      </a:lvl2pPr>
      <a:lvl3pPr marL="914400" indent="-228600" algn="l" rtl="0" eaLnBrk="0" fontAlgn="base" hangingPunct="0">
        <a:spcBef>
          <a:spcPts val="500"/>
        </a:spcBef>
        <a:spcAft>
          <a:spcPct val="0"/>
        </a:spcAft>
        <a:buClr>
          <a:schemeClr val="accent2"/>
        </a:buClr>
        <a:buSzPct val="75000"/>
        <a:buFont typeface="Wingdings" panose="05000000000000000000"/>
        <a:buChar char=""/>
        <a:defRPr sz="2000" kern="1200">
          <a:solidFill>
            <a:schemeClr val="tx1"/>
          </a:solidFill>
          <a:latin typeface="Palatino Linotype" panose="02040502050505030304" pitchFamily="18" charset="0"/>
          <a:ea typeface="+mn-ea"/>
          <a:cs typeface="华文仿宋" panose="02010600040101010101" charset="-122"/>
        </a:defRPr>
      </a:lvl3pPr>
      <a:lvl4pPr marL="1371600" indent="-228600" algn="l" rtl="0" eaLnBrk="0" fontAlgn="base" hangingPunct="0">
        <a:spcBef>
          <a:spcPts val="400"/>
        </a:spcBef>
        <a:spcAft>
          <a:spcPct val="0"/>
        </a:spcAft>
        <a:buClr>
          <a:srgbClr val="A5AB81"/>
        </a:buClr>
        <a:buSzPct val="75000"/>
        <a:buFont typeface="Wingdings" panose="05000000000000000000"/>
        <a:buChar char=""/>
        <a:defRPr kern="1200">
          <a:solidFill>
            <a:schemeClr val="tx1"/>
          </a:solidFill>
          <a:latin typeface="Palatino Linotype" panose="02040502050505030304" pitchFamily="18" charset="0"/>
          <a:ea typeface="+mn-ea"/>
          <a:cs typeface="华文仿宋" panose="02010600040101010101" charset="-122"/>
        </a:defRPr>
      </a:lvl4pPr>
      <a:lvl5pPr marL="1828800" indent="-228600" algn="l" rtl="0" eaLnBrk="0" fontAlgn="base" hangingPunct="0">
        <a:spcBef>
          <a:spcPts val="400"/>
        </a:spcBef>
        <a:spcAft>
          <a:spcPct val="0"/>
        </a:spcAft>
        <a:buClr>
          <a:srgbClr val="D8B25C"/>
        </a:buClr>
        <a:buSzPct val="65000"/>
        <a:buFont typeface="Wingdings" panose="05000000000000000000"/>
        <a:buChar char=""/>
        <a:defRPr sz="1600" kern="1200">
          <a:solidFill>
            <a:schemeClr val="tx1"/>
          </a:solidFill>
          <a:latin typeface="Palatino Linotype" panose="02040502050505030304" pitchFamily="18" charset="0"/>
          <a:ea typeface="+mn-ea"/>
          <a:cs typeface="华文仿宋" panose="02010600040101010101" charset="-122"/>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3554" name="标题占位符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p>
        </p:txBody>
      </p:sp>
      <p:sp>
        <p:nvSpPr>
          <p:cNvPr id="23555" name="文本占位符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cs typeface="+mn-cs"/>
              </a:defRPr>
            </a:lvl1pPr>
          </a:lstStyle>
          <a:p>
            <a:pPr>
              <a:defRPr/>
            </a:pPr>
            <a:fld id="{65ED41C2-7995-4111-9B0C-29D694D34D0A}" type="datetime1">
              <a:rPr lang="en-US" altLang="zh-CN"/>
              <a:pPr>
                <a:defRPr/>
              </a:pPr>
              <a:t>8/7/2018</a:t>
            </a:fld>
            <a:endParaRPr lang="zh-CN" altLang="en-US"/>
          </a:p>
        </p:txBody>
      </p:sp>
      <p:sp>
        <p:nvSpPr>
          <p:cNvPr id="5" name="页脚占位符 4"/>
          <p:cNvSpPr>
            <a:spLocks noGrp="1"/>
          </p:cNvSpPr>
          <p:nvPr>
            <p:ph type="ftr" sz="quarter" idx="3"/>
          </p:nvPr>
        </p:nvSpPr>
        <p:spPr>
          <a:xfrm>
            <a:off x="3124200" y="6356350"/>
            <a:ext cx="3090863" cy="365125"/>
          </a:xfrm>
          <a:prstGeom prst="rect">
            <a:avLst/>
          </a:prstGeom>
        </p:spPr>
        <p:txBody>
          <a:bodyPr vert="horz" lIns="91440" tIns="45720" rIns="91440" bIns="45720" rtlCol="0" anchor="ctr"/>
          <a:lstStyle>
            <a:lvl1pPr algn="ctr" fontAlgn="auto">
              <a:spcBef>
                <a:spcPts val="0"/>
              </a:spcBef>
              <a:spcAft>
                <a:spcPts val="0"/>
              </a:spcAft>
              <a:defRPr sz="1200" dirty="0">
                <a:solidFill>
                  <a:schemeClr val="tx1">
                    <a:tint val="75000"/>
                  </a:schemeClr>
                </a:solidFill>
                <a:latin typeface="+mn-lt"/>
                <a:ea typeface="+mn-ea"/>
                <a:cs typeface="+mn-cs"/>
              </a:defRPr>
            </a:lvl1pPr>
          </a:lstStyle>
          <a:p>
            <a:pPr>
              <a:defRPr/>
            </a:pPr>
            <a:r>
              <a:rPr lang="zh-CN" altLang="en-US"/>
              <a:t>基于用户兴趣建模的推荐方法及应用研究</a:t>
            </a: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pPr>
              <a:defRPr/>
            </a:pPr>
            <a:fld id="{6F15ED63-7A5B-44B1-A7A5-5DCD58BCFCE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hd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标题占位符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p>
        </p:txBody>
      </p:sp>
      <p:sp>
        <p:nvSpPr>
          <p:cNvPr id="35843" name="文本占位符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cs typeface="+mn-cs"/>
              </a:defRPr>
            </a:lvl1pPr>
          </a:lstStyle>
          <a:p>
            <a:pPr>
              <a:defRPr/>
            </a:pPr>
            <a:fld id="{5B64CE41-4311-4F93-BDB7-67AE800C14D3}" type="datetime1">
              <a:rPr lang="en-US" altLang="zh-CN"/>
              <a:pPr>
                <a:defRPr/>
              </a:pPr>
              <a:t>8/7/2018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ltLang="zh-CN"/>
              <a:t>Personalized travel package recommendation</a:t>
            </a: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pPr>
              <a:defRPr/>
            </a:pPr>
            <a:fld id="{9F01F1A9-6EAC-4509-8293-E74351EBD8F0}"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hd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8130" name="Picture 2" descr="main1"/>
          <p:cNvPicPr>
            <a:picLocks noChangeAspect="1" noChangeArrowheads="1"/>
          </p:cNvPicPr>
          <p:nvPr/>
        </p:nvPicPr>
        <p:blipFill>
          <a:blip r:embed="rId17" cstate="print"/>
          <a:srcRect/>
          <a:stretch>
            <a:fillRect/>
          </a:stretch>
        </p:blipFill>
        <p:spPr bwMode="auto">
          <a:xfrm>
            <a:off x="0" y="5256213"/>
            <a:ext cx="1100138" cy="1601787"/>
          </a:xfrm>
          <a:prstGeom prst="rect">
            <a:avLst/>
          </a:prstGeom>
          <a:noFill/>
          <a:ln w="9525">
            <a:noFill/>
            <a:miter lim="800000"/>
            <a:headEnd/>
            <a:tailEnd/>
          </a:ln>
        </p:spPr>
      </p:pic>
      <p:pic>
        <p:nvPicPr>
          <p:cNvPr id="48131" name="Picture 3" descr="顶部"/>
          <p:cNvPicPr>
            <a:picLocks noChangeAspect="1" noChangeArrowheads="1"/>
          </p:cNvPicPr>
          <p:nvPr/>
        </p:nvPicPr>
        <p:blipFill>
          <a:blip r:embed="rId18" cstate="print"/>
          <a:srcRect/>
          <a:stretch>
            <a:fillRect/>
          </a:stretch>
        </p:blipFill>
        <p:spPr bwMode="auto">
          <a:xfrm>
            <a:off x="0" y="152400"/>
            <a:ext cx="9144000" cy="887413"/>
          </a:xfrm>
          <a:prstGeom prst="rect">
            <a:avLst/>
          </a:prstGeom>
          <a:noFill/>
          <a:ln w="9525">
            <a:noFill/>
            <a:miter lim="800000"/>
            <a:headEnd/>
            <a:tailEnd/>
          </a:ln>
        </p:spPr>
      </p:pic>
      <p:sp>
        <p:nvSpPr>
          <p:cNvPr id="48132" name="Rectangle 4"/>
          <p:cNvSpPr>
            <a:spLocks noGrp="1" noChangeArrowheads="1"/>
          </p:cNvSpPr>
          <p:nvPr>
            <p:ph type="title"/>
          </p:nvPr>
        </p:nvSpPr>
        <p:spPr bwMode="auto">
          <a:xfrm>
            <a:off x="1143000" y="228600"/>
            <a:ext cx="7691438" cy="67945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p>
        </p:txBody>
      </p:sp>
      <p:sp>
        <p:nvSpPr>
          <p:cNvPr id="1029" name="Rectangle 10"/>
          <p:cNvSpPr>
            <a:spLocks noChangeArrowheads="1"/>
          </p:cNvSpPr>
          <p:nvPr/>
        </p:nvSpPr>
        <p:spPr bwMode="auto">
          <a:xfrm>
            <a:off x="1062038" y="6469063"/>
            <a:ext cx="3073400" cy="312737"/>
          </a:xfrm>
          <a:prstGeom prst="rect">
            <a:avLst/>
          </a:prstGeom>
          <a:solidFill>
            <a:schemeClr val="bg1">
              <a:alpha val="50195"/>
            </a:schemeClr>
          </a:solidFill>
          <a:ln>
            <a:noFill/>
          </a:ln>
        </p:spPr>
        <p:txBody>
          <a:bodyPr wrap="none" anchor="ctr"/>
          <a:lstStyle/>
          <a:p>
            <a:pPr algn="ctr" fontAlgn="auto">
              <a:spcBef>
                <a:spcPts val="0"/>
              </a:spcBef>
              <a:spcAft>
                <a:spcPts val="0"/>
              </a:spcAft>
              <a:defRPr/>
            </a:pPr>
            <a:r>
              <a:rPr kumimoji="1" lang="en-US" altLang="zh-CN" sz="1400">
                <a:solidFill>
                  <a:schemeClr val="tx2"/>
                </a:solidFill>
                <a:latin typeface="Haettenschweiler" panose="020B0706040902060204" pitchFamily="34" charset="0"/>
                <a:ea typeface="+mn-ea"/>
                <a:cs typeface="+mn-cs"/>
              </a:rPr>
              <a:t>U</a:t>
            </a:r>
            <a:r>
              <a:rPr kumimoji="1" lang="en-US" altLang="zh-CN" sz="1400">
                <a:solidFill>
                  <a:srgbClr val="000066"/>
                </a:solidFill>
                <a:latin typeface="Haettenschweiler" panose="020B0706040902060204" pitchFamily="34" charset="0"/>
                <a:ea typeface="+mn-ea"/>
                <a:cs typeface="+mn-cs"/>
              </a:rPr>
              <a:t>niversity    of    </a:t>
            </a:r>
            <a:r>
              <a:rPr kumimoji="1" lang="en-US" altLang="zh-CN" sz="1400">
                <a:solidFill>
                  <a:schemeClr val="tx2"/>
                </a:solidFill>
                <a:latin typeface="Haettenschweiler" panose="020B0706040902060204" pitchFamily="34" charset="0"/>
                <a:ea typeface="+mn-ea"/>
                <a:cs typeface="+mn-cs"/>
              </a:rPr>
              <a:t>S</a:t>
            </a:r>
            <a:r>
              <a:rPr kumimoji="1" lang="en-US" altLang="zh-CN" sz="1400">
                <a:solidFill>
                  <a:srgbClr val="000066"/>
                </a:solidFill>
                <a:latin typeface="Haettenschweiler" panose="020B0706040902060204" pitchFamily="34" charset="0"/>
                <a:ea typeface="+mn-ea"/>
                <a:cs typeface="+mn-cs"/>
              </a:rPr>
              <a:t>cience    and    </a:t>
            </a:r>
            <a:r>
              <a:rPr kumimoji="1" lang="en-US" altLang="zh-CN" sz="1400">
                <a:solidFill>
                  <a:schemeClr val="tx2"/>
                </a:solidFill>
                <a:latin typeface="Haettenschweiler" panose="020B0706040902060204" pitchFamily="34" charset="0"/>
                <a:ea typeface="+mn-ea"/>
                <a:cs typeface="+mn-cs"/>
              </a:rPr>
              <a:t>T</a:t>
            </a:r>
            <a:r>
              <a:rPr kumimoji="1" lang="en-US" altLang="zh-CN" sz="1400">
                <a:solidFill>
                  <a:srgbClr val="000066"/>
                </a:solidFill>
                <a:latin typeface="Haettenschweiler" panose="020B0706040902060204" pitchFamily="34" charset="0"/>
                <a:ea typeface="+mn-ea"/>
                <a:cs typeface="+mn-cs"/>
              </a:rPr>
              <a:t>echnology    of    </a:t>
            </a:r>
            <a:r>
              <a:rPr kumimoji="1" lang="en-US" altLang="zh-CN" sz="1400">
                <a:solidFill>
                  <a:schemeClr val="tx2"/>
                </a:solidFill>
                <a:latin typeface="Haettenschweiler" panose="020B0706040902060204" pitchFamily="34" charset="0"/>
                <a:ea typeface="+mn-ea"/>
                <a:cs typeface="+mn-cs"/>
              </a:rPr>
              <a:t>C</a:t>
            </a:r>
            <a:r>
              <a:rPr kumimoji="1" lang="en-US" altLang="zh-CN" sz="1400">
                <a:solidFill>
                  <a:srgbClr val="000066"/>
                </a:solidFill>
                <a:latin typeface="Haettenschweiler" panose="020B0706040902060204" pitchFamily="34" charset="0"/>
                <a:ea typeface="+mn-ea"/>
                <a:cs typeface="+mn-cs"/>
              </a:rPr>
              <a:t>hina</a:t>
            </a:r>
          </a:p>
        </p:txBody>
      </p:sp>
      <p:pic>
        <p:nvPicPr>
          <p:cNvPr id="48134" name="Picture 12" descr="点击新窗口打开 新蓝校徽 作者： "/>
          <p:cNvPicPr>
            <a:picLocks noChangeAspect="1" noChangeArrowheads="1"/>
          </p:cNvPicPr>
          <p:nvPr/>
        </p:nvPicPr>
        <p:blipFill>
          <a:blip r:embed="rId19" cstate="print"/>
          <a:srcRect/>
          <a:stretch>
            <a:fillRect/>
          </a:stretch>
        </p:blipFill>
        <p:spPr bwMode="auto">
          <a:xfrm>
            <a:off x="-7938" y="0"/>
            <a:ext cx="1089026" cy="1119188"/>
          </a:xfrm>
          <a:prstGeom prst="rect">
            <a:avLst/>
          </a:prstGeom>
          <a:noFill/>
          <a:ln w="9525">
            <a:noFill/>
            <a:miter lim="800000"/>
            <a:headEnd/>
            <a:tailEnd/>
          </a:ln>
        </p:spPr>
      </p:pic>
      <p:sp>
        <p:nvSpPr>
          <p:cNvPr id="1031" name="Rectangle 13"/>
          <p:cNvSpPr>
            <a:spLocks noChangeArrowheads="1"/>
          </p:cNvSpPr>
          <p:nvPr/>
        </p:nvSpPr>
        <p:spPr bwMode="auto">
          <a:xfrm>
            <a:off x="904875" y="1009650"/>
            <a:ext cx="7974013" cy="66675"/>
          </a:xfrm>
          <a:prstGeom prst="rect">
            <a:avLst/>
          </a:prstGeom>
          <a:gradFill rotWithShape="1">
            <a:gsLst>
              <a:gs pos="0">
                <a:srgbClr val="FF0000"/>
              </a:gs>
              <a:gs pos="50000">
                <a:srgbClr val="FFB3B3"/>
              </a:gs>
              <a:gs pos="100000">
                <a:srgbClr val="FFDADA"/>
              </a:gs>
            </a:gsLst>
            <a:lin ang="0" scaled="1"/>
          </a:gradFill>
          <a:ln>
            <a:noFill/>
          </a:ln>
        </p:spPr>
        <p:txBody>
          <a:bodyPr wrap="none" anchor="ctr"/>
          <a:lstStyle/>
          <a:p>
            <a:pPr fontAlgn="auto">
              <a:spcBef>
                <a:spcPts val="0"/>
              </a:spcBef>
              <a:spcAft>
                <a:spcPts val="0"/>
              </a:spcAft>
              <a:defRPr/>
            </a:pPr>
            <a:endParaRPr lang="zh-CN" altLang="en-US">
              <a:latin typeface="Tahoma" panose="020B0604030504040204" pitchFamily="34" charset="0"/>
              <a:ea typeface="+mn-ea"/>
              <a:cs typeface="+mn-cs"/>
            </a:endParaRPr>
          </a:p>
        </p:txBody>
      </p:sp>
      <p:cxnSp>
        <p:nvCxnSpPr>
          <p:cNvPr id="15" name="直接连接符 14"/>
          <p:cNvCxnSpPr/>
          <p:nvPr/>
        </p:nvCxnSpPr>
        <p:spPr>
          <a:xfrm flipV="1">
            <a:off x="931863" y="6400800"/>
            <a:ext cx="792003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8137" name="Rectangle 5"/>
          <p:cNvSpPr>
            <a:spLocks noGrp="1" noChangeArrowheads="1"/>
          </p:cNvSpPr>
          <p:nvPr>
            <p:ph type="body" idx="1"/>
          </p:nvPr>
        </p:nvSpPr>
        <p:spPr bwMode="auto">
          <a:xfrm>
            <a:off x="936625" y="1198563"/>
            <a:ext cx="7916863" cy="5141912"/>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5" name="fc"/>
          <p:cNvSpPr txBox="1">
            <a:spLocks noChangeArrowheads="1"/>
          </p:cNvSpPr>
          <p:nvPr/>
        </p:nvSpPr>
        <p:spPr bwMode="auto">
          <a:xfrm>
            <a:off x="0" y="6642100"/>
            <a:ext cx="9144000" cy="246063"/>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defRPr/>
            </a:pPr>
            <a:endParaRPr lang="zh-CN" altLang="en-US" sz="1000" b="1">
              <a:solidFill>
                <a:srgbClr val="3E8430"/>
              </a:solidFill>
              <a:latin typeface="Arial" panose="020B0604020202020204"/>
              <a:cs typeface="+mn-cs"/>
            </a:endParaRPr>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FF0000"/>
        </a:buClr>
        <a:buFont typeface="Wingdings" panose="05000000000000000000"/>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a:buChar char="u"/>
        <a:defRPr sz="2800">
          <a:solidFill>
            <a:schemeClr val="tx1"/>
          </a:solidFill>
          <a:latin typeface="+mn-lt"/>
          <a:ea typeface="+mn-ea"/>
        </a:defRPr>
      </a:lvl2pPr>
      <a:lvl3pPr marL="1143000" indent="-228600" algn="l" rtl="0" eaLnBrk="0" fontAlgn="base" hangingPunct="0">
        <a:spcBef>
          <a:spcPct val="20000"/>
        </a:spcBef>
        <a:spcAft>
          <a:spcPct val="0"/>
        </a:spcAft>
        <a:buClr>
          <a:srgbClr val="FF0000"/>
        </a:buClr>
        <a:buFont typeface="Wingdings" panose="05000000000000000000"/>
        <a:buChar char="n"/>
        <a:defRPr sz="2400">
          <a:solidFill>
            <a:schemeClr val="tx1"/>
          </a:solidFill>
          <a:latin typeface="+mn-lt"/>
          <a:ea typeface="+mn-ea"/>
        </a:defRPr>
      </a:lvl3pPr>
      <a:lvl4pPr marL="1600200" indent="-228600" algn="l" rtl="0" eaLnBrk="0" fontAlgn="base" hangingPunct="0">
        <a:spcBef>
          <a:spcPct val="20000"/>
        </a:spcBef>
        <a:spcAft>
          <a:spcPct val="0"/>
        </a:spcAft>
        <a:buClr>
          <a:srgbClr val="FF0000"/>
        </a:buClr>
        <a:buFont typeface="Wingdings" panose="05000000000000000000"/>
        <a:buChar char="u"/>
        <a:defRPr sz="2000">
          <a:solidFill>
            <a:schemeClr val="tx1"/>
          </a:solidFill>
          <a:latin typeface="+mn-lt"/>
          <a:ea typeface="+mn-ea"/>
        </a:defRPr>
      </a:lvl4pPr>
      <a:lvl5pPr marL="2057400" indent="-228600" algn="l" rtl="0" eaLnBrk="0" fontAlgn="base" hangingPunct="0">
        <a:spcBef>
          <a:spcPct val="20000"/>
        </a:spcBef>
        <a:spcAft>
          <a:spcPct val="0"/>
        </a:spcAft>
        <a:buClr>
          <a:srgbClr val="FF0000"/>
        </a:buClr>
        <a:buFont typeface="Wingdings" panose="05000000000000000000"/>
        <a:buChar char="Ø"/>
        <a:defRPr sz="2000">
          <a:solidFill>
            <a:schemeClr val="tx1"/>
          </a:solidFill>
          <a:latin typeface="+mn-lt"/>
          <a:ea typeface="+mn-ea"/>
        </a:defRPr>
      </a:lvl5pPr>
      <a:lvl6pPr marL="2514600" indent="-228600" algn="l" rtl="0" eaLnBrk="1" fontAlgn="base" hangingPunct="1">
        <a:spcBef>
          <a:spcPct val="20000"/>
        </a:spcBef>
        <a:spcAft>
          <a:spcPct val="0"/>
        </a:spcAft>
        <a:buClr>
          <a:srgbClr val="FF0000"/>
        </a:buClr>
        <a:buFont typeface="Wingdings" panose="05000000000000000000" pitchFamily="2" charset="2"/>
        <a:buChar char="Ø"/>
        <a:defRPr sz="2000">
          <a:solidFill>
            <a:schemeClr val="tx1"/>
          </a:solidFill>
          <a:latin typeface="+mn-lt"/>
          <a:ea typeface="+mn-ea"/>
        </a:defRPr>
      </a:lvl6pPr>
      <a:lvl7pPr marL="2971800" indent="-228600" algn="l" rtl="0" eaLnBrk="1" fontAlgn="base" hangingPunct="1">
        <a:spcBef>
          <a:spcPct val="20000"/>
        </a:spcBef>
        <a:spcAft>
          <a:spcPct val="0"/>
        </a:spcAft>
        <a:buClr>
          <a:srgbClr val="FF0000"/>
        </a:buClr>
        <a:buFont typeface="Wingdings" panose="05000000000000000000" pitchFamily="2" charset="2"/>
        <a:buChar char="Ø"/>
        <a:defRPr sz="2000">
          <a:solidFill>
            <a:schemeClr val="tx1"/>
          </a:solidFill>
          <a:latin typeface="+mn-lt"/>
          <a:ea typeface="+mn-ea"/>
        </a:defRPr>
      </a:lvl7pPr>
      <a:lvl8pPr marL="3429000" indent="-228600" algn="l" rtl="0" eaLnBrk="1" fontAlgn="base" hangingPunct="1">
        <a:spcBef>
          <a:spcPct val="20000"/>
        </a:spcBef>
        <a:spcAft>
          <a:spcPct val="0"/>
        </a:spcAft>
        <a:buClr>
          <a:srgbClr val="FF0000"/>
        </a:buClr>
        <a:buFont typeface="Wingdings" panose="05000000000000000000" pitchFamily="2" charset="2"/>
        <a:buChar char="Ø"/>
        <a:defRPr sz="2000">
          <a:solidFill>
            <a:schemeClr val="tx1"/>
          </a:solidFill>
          <a:latin typeface="+mn-lt"/>
          <a:ea typeface="+mn-ea"/>
        </a:defRPr>
      </a:lvl8pPr>
      <a:lvl9pPr marL="3886200" indent="-228600" algn="l" rtl="0" eaLnBrk="1" fontAlgn="base" hangingPunct="1">
        <a:spcBef>
          <a:spcPct val="20000"/>
        </a:spcBef>
        <a:spcAft>
          <a:spcPct val="0"/>
        </a:spcAft>
        <a:buClr>
          <a:srgbClr val="FF0000"/>
        </a:buClr>
        <a:buFont typeface="Wingdings" panose="05000000000000000000" pitchFamily="2" charset="2"/>
        <a:buChar char="Ø"/>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12.png"/><Relationship Id="rId4" Type="http://schemas.openxmlformats.org/officeDocument/2006/relationships/hyperlink" Target="mailto:zzw1988@ustc.edu.c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3.xml.rels><?xml version="1.0" encoding="UTF-8" standalone="yes"?>
<Relationships xmlns="http://schemas.openxmlformats.org/package/2006/relationships"><Relationship Id="rId3" Type="http://schemas.openxmlformats.org/officeDocument/2006/relationships/hyperlink" Target="https://baike.baidu.com/item/%E4%B8%AD%E5%85%B4%E9%80%9A%E8%AE%AF/1014137" TargetMode="External"/><Relationship Id="rId2" Type="http://schemas.openxmlformats.org/officeDocument/2006/relationships/hyperlink" Target="https://baike.baidu.com/item/%E7%BE%8E%E5%9B%BD%E5%95%86%E5%8A%A1%E9%83%A8/3953268" TargetMode="External"/><Relationship Id="rId1" Type="http://schemas.openxmlformats.org/officeDocument/2006/relationships/slideLayout" Target="../slideLayouts/slideLayout2.xml"/><Relationship Id="rId4" Type="http://schemas.openxmlformats.org/officeDocument/2006/relationships/hyperlink" Target="https://baike.baidu.com/item/%E5%95%86%E5%8A%A1%E9%83%A8/1251025"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71472" y="1857364"/>
            <a:ext cx="7858125" cy="1541462"/>
          </a:xfrm>
        </p:spPr>
        <p:txBody>
          <a:bodyPr/>
          <a:lstStyle/>
          <a:p>
            <a:pPr algn="ctr"/>
            <a:r>
              <a:rPr lang="zh-CN" altLang="en-US" sz="4800" b="1" dirty="0" smtClean="0">
                <a:solidFill>
                  <a:srgbClr val="B95B22"/>
                </a:solidFill>
                <a:latin typeface="微软雅黑" panose="020B0503020204020204" charset="-122"/>
                <a:ea typeface="微软雅黑" panose="020B0503020204020204" charset="-122"/>
                <a:cs typeface="微软雅黑" panose="020B0503020204020204" charset="-122"/>
              </a:rPr>
              <a:t>操作系统原理</a:t>
            </a:r>
            <a:endParaRPr lang="zh-CN" altLang="en-US" sz="1800" b="1" dirty="0" smtClean="0">
              <a:solidFill>
                <a:srgbClr val="B95B22"/>
              </a:solidFill>
              <a:latin typeface="微软雅黑" panose="020B0503020204020204" charset="-122"/>
              <a:ea typeface="微软雅黑" panose="020B0503020204020204" charset="-122"/>
              <a:cs typeface="微软雅黑" panose="020B0503020204020204" charset="-122"/>
            </a:endParaRPr>
          </a:p>
        </p:txBody>
      </p:sp>
      <p:sp>
        <p:nvSpPr>
          <p:cNvPr id="236546" name="副标题 2"/>
          <p:cNvSpPr>
            <a:spLocks noGrp="1"/>
          </p:cNvSpPr>
          <p:nvPr>
            <p:ph type="subTitle" idx="1"/>
          </p:nvPr>
        </p:nvSpPr>
        <p:spPr>
          <a:xfrm>
            <a:off x="1077913" y="4149725"/>
            <a:ext cx="6705600" cy="1655763"/>
          </a:xfrm>
        </p:spPr>
        <p:txBody>
          <a:bodyPr/>
          <a:lstStyle/>
          <a:p>
            <a:pPr algn="ctr"/>
            <a:r>
              <a:rPr lang="zh-CN" altLang="en-US" sz="2400" b="1" dirty="0" smtClean="0">
                <a:solidFill>
                  <a:schemeClr val="bg1"/>
                </a:solidFill>
                <a:latin typeface="微软雅黑" panose="020B0503020204020204" charset="-122"/>
                <a:ea typeface="微软雅黑" panose="020B0503020204020204" charset="-122"/>
                <a:cs typeface="微软雅黑" panose="020B0503020204020204" charset="-122"/>
              </a:rPr>
              <a:t>主讲教师：朱宗卫</a:t>
            </a:r>
            <a:endParaRPr lang="en-US" altLang="zh-CN" sz="2400" b="1" dirty="0" smtClean="0">
              <a:solidFill>
                <a:schemeClr val="bg1"/>
              </a:solidFill>
              <a:latin typeface="微软雅黑" panose="020B0503020204020204" charset="-122"/>
              <a:ea typeface="微软雅黑" panose="020B0503020204020204" charset="-122"/>
              <a:cs typeface="微软雅黑" panose="020B0503020204020204" charset="-122"/>
            </a:endParaRPr>
          </a:p>
          <a:p>
            <a:pPr algn="ctr"/>
            <a:r>
              <a:rPr lang="en-US" altLang="zh-CN" sz="2400" b="1" dirty="0" smtClean="0">
                <a:solidFill>
                  <a:schemeClr val="bg1"/>
                </a:solidFill>
                <a:latin typeface="微软雅黑" panose="020B0503020204020204" charset="-122"/>
                <a:ea typeface="微软雅黑" panose="020B0503020204020204" charset="-122"/>
                <a:cs typeface="微软雅黑" panose="020B0503020204020204" charset="-122"/>
              </a:rPr>
              <a:t>Email</a:t>
            </a:r>
            <a:r>
              <a:rPr lang="zh-CN" altLang="en-US" sz="2400" b="1" dirty="0" smtClean="0">
                <a:solidFill>
                  <a:schemeClr val="bg1"/>
                </a:solidFill>
                <a:latin typeface="微软雅黑" panose="020B0503020204020204" charset="-122"/>
                <a:ea typeface="微软雅黑" panose="020B0503020204020204" charset="-122"/>
                <a:cs typeface="微软雅黑" panose="020B0503020204020204" charset="-122"/>
              </a:rPr>
              <a:t>：</a:t>
            </a:r>
            <a:r>
              <a:rPr lang="en-US" altLang="zh-CN" sz="2400" b="1" dirty="0" smtClean="0">
                <a:solidFill>
                  <a:schemeClr val="bg1"/>
                </a:solidFill>
                <a:latin typeface="微软雅黑" panose="020B0503020204020204" charset="-122"/>
                <a:ea typeface="微软雅黑" panose="020B0503020204020204" charset="-122"/>
                <a:cs typeface="微软雅黑" panose="020B0503020204020204" charset="-122"/>
                <a:hlinkClick r:id="rId4"/>
              </a:rPr>
              <a:t>zzw1988@ustc.edu.cn</a:t>
            </a:r>
            <a:endParaRPr lang="en-US" altLang="zh-CN" sz="2400" b="1" dirty="0" smtClean="0">
              <a:solidFill>
                <a:schemeClr val="bg1"/>
              </a:solidFill>
              <a:latin typeface="微软雅黑" panose="020B0503020204020204" charset="-122"/>
              <a:ea typeface="微软雅黑" panose="020B0503020204020204" charset="-122"/>
              <a:cs typeface="微软雅黑" panose="020B0503020204020204" charset="-122"/>
            </a:endParaRPr>
          </a:p>
          <a:p>
            <a:pPr algn="ctr"/>
            <a:r>
              <a:rPr lang="en-US" altLang="zh-CN" sz="2400" b="1" dirty="0" smtClean="0">
                <a:solidFill>
                  <a:schemeClr val="bg1"/>
                </a:solidFill>
                <a:latin typeface="微软雅黑" panose="020B0503020204020204" charset="-122"/>
                <a:ea typeface="微软雅黑" panose="020B0503020204020204" charset="-122"/>
                <a:cs typeface="微软雅黑" panose="020B0503020204020204" charset="-122"/>
              </a:rPr>
              <a:t>http://staff.ustc.edu.cn/~zzw1988/</a:t>
            </a:r>
            <a:endParaRPr lang="en-US" altLang="zh-CN" sz="2400" b="1" dirty="0" smtClean="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 name="Rectangle 4"/>
          <p:cNvSpPr/>
          <p:nvPr/>
        </p:nvSpPr>
        <p:spPr>
          <a:xfrm>
            <a:off x="0" y="0"/>
            <a:ext cx="1908175" cy="16287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236548" name="Picture 5"/>
          <p:cNvPicPr>
            <a:picLocks noChangeAspect="1"/>
          </p:cNvPicPr>
          <p:nvPr/>
        </p:nvPicPr>
        <p:blipFill>
          <a:blip r:embed="rId5" cstate="print"/>
          <a:srcRect/>
          <a:stretch>
            <a:fillRect/>
          </a:stretch>
        </p:blipFill>
        <p:spPr bwMode="auto">
          <a:xfrm>
            <a:off x="323850" y="511175"/>
            <a:ext cx="2952750" cy="727075"/>
          </a:xfrm>
          <a:prstGeom prst="rect">
            <a:avLst/>
          </a:prstGeom>
          <a:noFill/>
          <a:ln w="9525">
            <a:noFill/>
            <a:miter lim="800000"/>
            <a:headEnd/>
            <a:tailEnd/>
          </a:ln>
        </p:spPr>
      </p:pic>
    </p:spTree>
    <p:custDataLst>
      <p:tags r:id="rId1"/>
    </p:custDataLst>
  </p:cSld>
  <p:clrMapOvr>
    <a:masterClrMapping/>
  </p:clrMapOvr>
  <p:transition advTm="9812"/>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itchFamily="34" charset="-122"/>
                <a:ea typeface="微软雅黑" pitchFamily="34" charset="-122"/>
              </a:rPr>
              <a:t>中美贸易战</a:t>
            </a:r>
            <a:endParaRPr lang="zh-CN" altLang="en-US" dirty="0">
              <a:latin typeface="微软雅黑" pitchFamily="34" charset="-122"/>
              <a:ea typeface="微软雅黑" pitchFamily="34" charset="-122"/>
            </a:endParaRPr>
          </a:p>
        </p:txBody>
      </p:sp>
      <p:sp>
        <p:nvSpPr>
          <p:cNvPr id="4" name="灯片编号占位符 3"/>
          <p:cNvSpPr>
            <a:spLocks noGrp="1"/>
          </p:cNvSpPr>
          <p:nvPr>
            <p:ph type="sldNum" sz="quarter" idx="11"/>
          </p:nvPr>
        </p:nvSpPr>
        <p:spPr/>
        <p:txBody>
          <a:bodyPr>
            <a:normAutofit fontScale="85000" lnSpcReduction="20000"/>
          </a:bodyPr>
          <a:lstStyle/>
          <a:p>
            <a:pPr>
              <a:defRPr/>
            </a:pPr>
            <a:fld id="{467D10C6-15A9-45D8-B60C-ED0C3CC3B8D1}" type="slidenum">
              <a:rPr lang="zh-CN" altLang="en-US" smtClean="0"/>
              <a:pPr>
                <a:defRPr/>
              </a:pPr>
              <a:t>2</a:t>
            </a:fld>
            <a:endParaRPr lang="en-US" altLang="zh-CN"/>
          </a:p>
        </p:txBody>
      </p:sp>
      <p:pic>
        <p:nvPicPr>
          <p:cNvPr id="77826" name="Picture 2" descr="http://5b0988e595225.cdn.sohucs.com/images/20180325/16d9f5858d50428184153649f00a67c8.jpeg"/>
          <p:cNvPicPr>
            <a:picLocks noChangeAspect="1" noChangeArrowheads="1"/>
          </p:cNvPicPr>
          <p:nvPr/>
        </p:nvPicPr>
        <p:blipFill>
          <a:blip r:embed="rId2"/>
          <a:srcRect/>
          <a:stretch>
            <a:fillRect/>
          </a:stretch>
        </p:blipFill>
        <p:spPr bwMode="auto">
          <a:xfrm>
            <a:off x="4786314" y="1857364"/>
            <a:ext cx="3809985" cy="3992864"/>
          </a:xfrm>
          <a:prstGeom prst="rect">
            <a:avLst/>
          </a:prstGeom>
          <a:noFill/>
        </p:spPr>
      </p:pic>
      <p:sp>
        <p:nvSpPr>
          <p:cNvPr id="77828" name="AutoShape 4" descr="http://img0.imgtn.bdimg.com/it/u=1129118685,1983649677&amp;fm=11&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77830" name="AutoShape 6" descr="http://img0.imgtn.bdimg.com/it/u=1129118685,1983649677&amp;fm=11&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77832" name="Picture 8" descr="https://timgsa.baidu.com/timg?image&amp;quality=80&amp;size=b9999_10000&amp;sec=1532925422964&amp;di=04956d6d17ef14f8da9059691c42da72&amp;imgtype=0&amp;src=http%3A%2F%2Fi3.cnfolimg.com%2Ffile%2F201807%2F7_201807111058456469.png"/>
          <p:cNvPicPr>
            <a:picLocks noChangeAspect="1" noChangeArrowheads="1"/>
          </p:cNvPicPr>
          <p:nvPr/>
        </p:nvPicPr>
        <p:blipFill>
          <a:blip r:embed="rId3"/>
          <a:srcRect/>
          <a:stretch>
            <a:fillRect/>
          </a:stretch>
        </p:blipFill>
        <p:spPr bwMode="auto">
          <a:xfrm>
            <a:off x="571472" y="1500174"/>
            <a:ext cx="3571900" cy="1839209"/>
          </a:xfrm>
          <a:prstGeom prst="rect">
            <a:avLst/>
          </a:prstGeom>
          <a:noFill/>
        </p:spPr>
      </p:pic>
      <p:pic>
        <p:nvPicPr>
          <p:cNvPr id="77834" name="Picture 10" descr="https://timgsa.baidu.com/timg?image&amp;quality=80&amp;size=b9999_10000&amp;sec=1532926818087&amp;di=a84418837e33299a6be9a42c391064c2&amp;imgtype=0&amp;src=http%3A%2F%2Fnews.op.wpscdn.cn%2Fuploadfile%2F2016%2F1205%2F20161205011818576.jpeg"/>
          <p:cNvPicPr>
            <a:picLocks noChangeAspect="1" noChangeArrowheads="1"/>
          </p:cNvPicPr>
          <p:nvPr/>
        </p:nvPicPr>
        <p:blipFill>
          <a:blip r:embed="rId4"/>
          <a:srcRect/>
          <a:stretch>
            <a:fillRect/>
          </a:stretch>
        </p:blipFill>
        <p:spPr bwMode="auto">
          <a:xfrm>
            <a:off x="571472" y="3714752"/>
            <a:ext cx="3601599" cy="2571768"/>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itchFamily="34" charset="-122"/>
                <a:ea typeface="微软雅黑" pitchFamily="34" charset="-122"/>
              </a:rPr>
              <a:t>中兴被制裁</a:t>
            </a:r>
            <a:endParaRPr lang="zh-CN" altLang="en-US" dirty="0">
              <a:latin typeface="微软雅黑" pitchFamily="34" charset="-122"/>
              <a:ea typeface="微软雅黑" pitchFamily="34" charset="-122"/>
            </a:endParaRPr>
          </a:p>
        </p:txBody>
      </p:sp>
      <p:sp>
        <p:nvSpPr>
          <p:cNvPr id="3" name="内容占位符 2"/>
          <p:cNvSpPr>
            <a:spLocks noGrp="1"/>
          </p:cNvSpPr>
          <p:nvPr>
            <p:ph sz="quarter" idx="1"/>
          </p:nvPr>
        </p:nvSpPr>
        <p:spPr/>
        <p:txBody>
          <a:bodyPr/>
          <a:lstStyle/>
          <a:p>
            <a:pPr>
              <a:lnSpc>
                <a:spcPct val="150000"/>
              </a:lnSpc>
            </a:pPr>
            <a:r>
              <a:rPr lang="en-US" altLang="zh-CN" sz="1400" dirty="0" smtClean="0">
                <a:latin typeface="微软雅黑" pitchFamily="34" charset="-122"/>
                <a:ea typeface="微软雅黑" pitchFamily="34" charset="-122"/>
              </a:rPr>
              <a:t>2018</a:t>
            </a:r>
            <a:r>
              <a:rPr lang="zh-CN" altLang="en-US" sz="1400" dirty="0" smtClean="0">
                <a:latin typeface="微软雅黑" pitchFamily="34" charset="-122"/>
                <a:ea typeface="微软雅黑" pitchFamily="34" charset="-122"/>
              </a:rPr>
              <a:t>年</a:t>
            </a:r>
            <a:r>
              <a:rPr lang="en-US" altLang="zh-CN" sz="1400" dirty="0" smtClean="0">
                <a:latin typeface="微软雅黑" pitchFamily="34" charset="-122"/>
                <a:ea typeface="微软雅黑" pitchFamily="34" charset="-122"/>
              </a:rPr>
              <a:t>4</a:t>
            </a:r>
            <a:r>
              <a:rPr lang="zh-CN" altLang="en-US" sz="1400" dirty="0" smtClean="0">
                <a:latin typeface="微软雅黑" pitchFamily="34" charset="-122"/>
                <a:ea typeface="微软雅黑" pitchFamily="34" charset="-122"/>
              </a:rPr>
              <a:t>月</a:t>
            </a:r>
            <a:r>
              <a:rPr lang="en-US" altLang="zh-CN" sz="1400" dirty="0" smtClean="0">
                <a:latin typeface="微软雅黑" pitchFamily="34" charset="-122"/>
                <a:ea typeface="微软雅黑" pitchFamily="34" charset="-122"/>
              </a:rPr>
              <a:t>16</a:t>
            </a:r>
            <a:r>
              <a:rPr lang="zh-CN" altLang="en-US" sz="1400" dirty="0" smtClean="0">
                <a:latin typeface="微软雅黑" pitchFamily="34" charset="-122"/>
                <a:ea typeface="微软雅黑" pitchFamily="34" charset="-122"/>
              </a:rPr>
              <a:t>日晚，</a:t>
            </a:r>
            <a:r>
              <a:rPr lang="zh-CN" altLang="en-US" sz="1400" dirty="0" smtClean="0">
                <a:latin typeface="微软雅黑" pitchFamily="34" charset="-122"/>
                <a:ea typeface="微软雅黑" pitchFamily="34" charset="-122"/>
                <a:hlinkClick r:id="rId2"/>
              </a:rPr>
              <a:t>美国商务部</a:t>
            </a:r>
            <a:r>
              <a:rPr lang="zh-CN" altLang="en-US" sz="1400" dirty="0" smtClean="0">
                <a:latin typeface="微软雅黑" pitchFamily="34" charset="-122"/>
                <a:ea typeface="微软雅黑" pitchFamily="34" charset="-122"/>
              </a:rPr>
              <a:t>发布公告称，美国政府在未来</a:t>
            </a:r>
            <a:r>
              <a:rPr lang="en-US" altLang="zh-CN" sz="1400" dirty="0" smtClean="0">
                <a:latin typeface="微软雅黑" pitchFamily="34" charset="-122"/>
                <a:ea typeface="微软雅黑" pitchFamily="34" charset="-122"/>
              </a:rPr>
              <a:t>7</a:t>
            </a:r>
            <a:r>
              <a:rPr lang="zh-CN" altLang="en-US" sz="1400" dirty="0" smtClean="0">
                <a:latin typeface="微软雅黑" pitchFamily="34" charset="-122"/>
                <a:ea typeface="微软雅黑" pitchFamily="34" charset="-122"/>
              </a:rPr>
              <a:t>年内禁止</a:t>
            </a:r>
            <a:r>
              <a:rPr lang="zh-CN" altLang="en-US" sz="1400" dirty="0" smtClean="0">
                <a:latin typeface="微软雅黑" pitchFamily="34" charset="-122"/>
                <a:ea typeface="微软雅黑" pitchFamily="34" charset="-122"/>
                <a:hlinkClick r:id="rId3"/>
              </a:rPr>
              <a:t>中兴通讯</a:t>
            </a:r>
            <a:r>
              <a:rPr lang="zh-CN" altLang="en-US" sz="1400" dirty="0" smtClean="0">
                <a:latin typeface="微软雅黑" pitchFamily="34" charset="-122"/>
                <a:ea typeface="微软雅黑" pitchFamily="34" charset="-122"/>
              </a:rPr>
              <a:t>向美国企业购买敏感产品。</a:t>
            </a:r>
          </a:p>
          <a:p>
            <a:pPr>
              <a:lnSpc>
                <a:spcPct val="150000"/>
              </a:lnSpc>
            </a:pPr>
            <a:r>
              <a:rPr lang="en-US" altLang="zh-CN" sz="1400" dirty="0" smtClean="0">
                <a:latin typeface="微软雅黑" pitchFamily="34" charset="-122"/>
                <a:ea typeface="微软雅黑" pitchFamily="34" charset="-122"/>
              </a:rPr>
              <a:t>2018</a:t>
            </a:r>
            <a:r>
              <a:rPr lang="zh-CN" altLang="en-US" sz="1400" dirty="0" smtClean="0">
                <a:latin typeface="微软雅黑" pitchFamily="34" charset="-122"/>
                <a:ea typeface="微软雅黑" pitchFamily="34" charset="-122"/>
              </a:rPr>
              <a:t>年</a:t>
            </a:r>
            <a:r>
              <a:rPr lang="en-US" altLang="zh-CN" sz="1400" dirty="0" smtClean="0">
                <a:latin typeface="微软雅黑" pitchFamily="34" charset="-122"/>
                <a:ea typeface="微软雅黑" pitchFamily="34" charset="-122"/>
              </a:rPr>
              <a:t>4</a:t>
            </a:r>
            <a:r>
              <a:rPr lang="zh-CN" altLang="en-US" sz="1400" dirty="0" smtClean="0">
                <a:latin typeface="微软雅黑" pitchFamily="34" charset="-122"/>
                <a:ea typeface="微软雅黑" pitchFamily="34" charset="-122"/>
              </a:rPr>
              <a:t>月</a:t>
            </a:r>
            <a:r>
              <a:rPr lang="en-US" altLang="zh-CN" sz="1400" dirty="0" smtClean="0">
                <a:latin typeface="微软雅黑" pitchFamily="34" charset="-122"/>
                <a:ea typeface="微软雅黑" pitchFamily="34" charset="-122"/>
              </a:rPr>
              <a:t>19</a:t>
            </a:r>
            <a:r>
              <a:rPr lang="zh-CN" altLang="en-US" sz="1400" dirty="0" smtClean="0">
                <a:latin typeface="微软雅黑" pitchFamily="34" charset="-122"/>
                <a:ea typeface="微软雅黑" pitchFamily="34" charset="-122"/>
              </a:rPr>
              <a:t>日，针对中兴被美国“封杀”的问题，</a:t>
            </a:r>
            <a:r>
              <a:rPr lang="zh-CN" altLang="en-US" sz="1400" dirty="0" smtClean="0">
                <a:latin typeface="微软雅黑" pitchFamily="34" charset="-122"/>
                <a:ea typeface="微软雅黑" pitchFamily="34" charset="-122"/>
                <a:hlinkClick r:id="rId4"/>
              </a:rPr>
              <a:t>商务部</a:t>
            </a:r>
            <a:r>
              <a:rPr lang="zh-CN" altLang="en-US" sz="1400" dirty="0" smtClean="0">
                <a:latin typeface="微软雅黑" pitchFamily="34" charset="-122"/>
                <a:ea typeface="微软雅黑" pitchFamily="34" charset="-122"/>
              </a:rPr>
              <a:t>表示，中方密切关注进展，随时准备采取必要措施，维护中国企业合法权益。 </a:t>
            </a:r>
          </a:p>
          <a:p>
            <a:pPr>
              <a:lnSpc>
                <a:spcPct val="150000"/>
              </a:lnSpc>
            </a:pPr>
            <a:r>
              <a:rPr lang="en-US" altLang="zh-CN" sz="1400" dirty="0" smtClean="0">
                <a:latin typeface="微软雅黑" pitchFamily="34" charset="-122"/>
                <a:ea typeface="微软雅黑" pitchFamily="34" charset="-122"/>
              </a:rPr>
              <a:t>2018</a:t>
            </a:r>
            <a:r>
              <a:rPr lang="zh-CN" altLang="en-US" sz="1400" dirty="0" smtClean="0">
                <a:latin typeface="微软雅黑" pitchFamily="34" charset="-122"/>
                <a:ea typeface="微软雅黑" pitchFamily="34" charset="-122"/>
              </a:rPr>
              <a:t>年</a:t>
            </a:r>
            <a:r>
              <a:rPr lang="en-US" altLang="zh-CN" sz="1400" dirty="0" smtClean="0">
                <a:latin typeface="微软雅黑" pitchFamily="34" charset="-122"/>
                <a:ea typeface="微软雅黑" pitchFamily="34" charset="-122"/>
              </a:rPr>
              <a:t>4</a:t>
            </a:r>
            <a:r>
              <a:rPr lang="zh-CN" altLang="en-US" sz="1400" dirty="0" smtClean="0">
                <a:latin typeface="微软雅黑" pitchFamily="34" charset="-122"/>
                <a:ea typeface="微软雅黑" pitchFamily="34" charset="-122"/>
              </a:rPr>
              <a:t>月</a:t>
            </a:r>
            <a:r>
              <a:rPr lang="en-US" altLang="zh-CN" sz="1400" dirty="0" smtClean="0">
                <a:latin typeface="微软雅黑" pitchFamily="34" charset="-122"/>
                <a:ea typeface="微软雅黑" pitchFamily="34" charset="-122"/>
              </a:rPr>
              <a:t>20</a:t>
            </a:r>
            <a:r>
              <a:rPr lang="zh-CN" altLang="en-US" sz="1400" dirty="0" smtClean="0">
                <a:latin typeface="微软雅黑" pitchFamily="34" charset="-122"/>
                <a:ea typeface="微软雅黑" pitchFamily="34" charset="-122"/>
              </a:rPr>
              <a:t>日，中兴通讯发布关于美国商务部激活拒绝令的声明，称在相关调查尚未结束之前，美国商务部工业与安全局执意对公司施以最严厉的制裁，对中兴通讯极不公平，“不能接受！”</a:t>
            </a:r>
          </a:p>
          <a:p>
            <a:pPr>
              <a:lnSpc>
                <a:spcPct val="150000"/>
              </a:lnSpc>
            </a:pPr>
            <a:r>
              <a:rPr lang="en-US" altLang="zh-CN" sz="1400" dirty="0" smtClean="0">
                <a:latin typeface="微软雅黑" pitchFamily="34" charset="-122"/>
                <a:ea typeface="微软雅黑" pitchFamily="34" charset="-122"/>
              </a:rPr>
              <a:t>2018</a:t>
            </a:r>
            <a:r>
              <a:rPr lang="zh-CN" altLang="en-US" sz="1400" dirty="0" smtClean="0">
                <a:latin typeface="微软雅黑" pitchFamily="34" charset="-122"/>
                <a:ea typeface="微软雅黑" pitchFamily="34" charset="-122"/>
              </a:rPr>
              <a:t>年</a:t>
            </a:r>
            <a:r>
              <a:rPr lang="en-US" altLang="zh-CN" sz="1400" dirty="0" smtClean="0">
                <a:latin typeface="微软雅黑" pitchFamily="34" charset="-122"/>
                <a:ea typeface="微软雅黑" pitchFamily="34" charset="-122"/>
              </a:rPr>
              <a:t>5</a:t>
            </a:r>
            <a:r>
              <a:rPr lang="zh-CN" altLang="en-US" sz="1400" dirty="0" smtClean="0">
                <a:latin typeface="微软雅黑" pitchFamily="34" charset="-122"/>
                <a:ea typeface="微软雅黑" pitchFamily="34" charset="-122"/>
              </a:rPr>
              <a:t>月，中兴通讯公告称，受拒绝令影响，本公司主要经营活动已无法进行。 </a:t>
            </a:r>
            <a:r>
              <a:rPr lang="en-US" altLang="zh-CN" sz="1400" dirty="0" smtClean="0">
                <a:latin typeface="微软雅黑" pitchFamily="34" charset="-122"/>
                <a:ea typeface="微软雅黑" pitchFamily="34" charset="-122"/>
              </a:rPr>
              <a:t>5</a:t>
            </a:r>
            <a:r>
              <a:rPr lang="zh-CN" altLang="en-US" sz="1400" dirty="0" smtClean="0">
                <a:latin typeface="微软雅黑" pitchFamily="34" charset="-122"/>
                <a:ea typeface="微软雅黑" pitchFamily="34" charset="-122"/>
              </a:rPr>
              <a:t>月</a:t>
            </a:r>
            <a:r>
              <a:rPr lang="en-US" altLang="zh-CN" sz="1400" dirty="0" smtClean="0">
                <a:latin typeface="微软雅黑" pitchFamily="34" charset="-122"/>
                <a:ea typeface="微软雅黑" pitchFamily="34" charset="-122"/>
              </a:rPr>
              <a:t>22</a:t>
            </a:r>
            <a:r>
              <a:rPr lang="zh-CN" altLang="en-US" sz="1400" dirty="0" smtClean="0">
                <a:latin typeface="微软雅黑" pitchFamily="34" charset="-122"/>
                <a:ea typeface="微软雅黑" pitchFamily="34" charset="-122"/>
              </a:rPr>
              <a:t>日，美国将取消中兴通讯销售禁令，根据讨论的协议维持其业务。</a:t>
            </a:r>
            <a:r>
              <a:rPr lang="zh-CN" altLang="en-US" sz="1400" baseline="30000" dirty="0" smtClean="0">
                <a:latin typeface="微软雅黑" pitchFamily="34" charset="-122"/>
                <a:ea typeface="微软雅黑" pitchFamily="34" charset="-122"/>
              </a:rPr>
              <a:t> </a:t>
            </a:r>
            <a:endParaRPr lang="zh-CN" altLang="en-US" sz="1400" dirty="0" smtClean="0">
              <a:latin typeface="微软雅黑" pitchFamily="34" charset="-122"/>
              <a:ea typeface="微软雅黑" pitchFamily="34" charset="-122"/>
            </a:endParaRPr>
          </a:p>
          <a:p>
            <a:pPr>
              <a:lnSpc>
                <a:spcPct val="150000"/>
              </a:lnSpc>
            </a:pPr>
            <a:r>
              <a:rPr lang="en-US" altLang="zh-CN" sz="1400" dirty="0" smtClean="0">
                <a:latin typeface="微软雅黑" pitchFamily="34" charset="-122"/>
                <a:ea typeface="微软雅黑" pitchFamily="34" charset="-122"/>
              </a:rPr>
              <a:t>2018</a:t>
            </a:r>
            <a:r>
              <a:rPr lang="zh-CN" altLang="en-US" sz="1400" dirty="0" smtClean="0">
                <a:latin typeface="微软雅黑" pitchFamily="34" charset="-122"/>
                <a:ea typeface="微软雅黑" pitchFamily="34" charset="-122"/>
              </a:rPr>
              <a:t>年</a:t>
            </a:r>
            <a:r>
              <a:rPr lang="en-US" altLang="zh-CN" sz="1400" dirty="0" smtClean="0">
                <a:latin typeface="微软雅黑" pitchFamily="34" charset="-122"/>
                <a:ea typeface="微软雅黑" pitchFamily="34" charset="-122"/>
              </a:rPr>
              <a:t>6</a:t>
            </a:r>
            <a:r>
              <a:rPr lang="zh-CN" altLang="en-US" sz="1400" dirty="0" smtClean="0">
                <a:latin typeface="微软雅黑" pitchFamily="34" charset="-122"/>
                <a:ea typeface="微软雅黑" pitchFamily="34" charset="-122"/>
              </a:rPr>
              <a:t>月</a:t>
            </a:r>
            <a:r>
              <a:rPr lang="en-US" altLang="zh-CN" sz="1400" dirty="0" smtClean="0">
                <a:latin typeface="微软雅黑" pitchFamily="34" charset="-122"/>
                <a:ea typeface="微软雅黑" pitchFamily="34" charset="-122"/>
              </a:rPr>
              <a:t>7</a:t>
            </a:r>
            <a:r>
              <a:rPr lang="zh-CN" altLang="en-US" sz="1400" dirty="0" smtClean="0">
                <a:latin typeface="微软雅黑" pitchFamily="34" charset="-122"/>
                <a:ea typeface="微软雅黑" pitchFamily="34" charset="-122"/>
              </a:rPr>
              <a:t>日，美国商务部长罗斯接受采访时表示，美国政府与中兴通讯已经达成协议，只要后者再次缴纳</a:t>
            </a:r>
            <a:r>
              <a:rPr lang="en-US" altLang="zh-CN" sz="1400" dirty="0" smtClean="0">
                <a:latin typeface="微软雅黑" pitchFamily="34" charset="-122"/>
                <a:ea typeface="微软雅黑" pitchFamily="34" charset="-122"/>
              </a:rPr>
              <a:t>10</a:t>
            </a:r>
            <a:r>
              <a:rPr lang="zh-CN" altLang="en-US" sz="1400" dirty="0" smtClean="0">
                <a:latin typeface="微软雅黑" pitchFamily="34" charset="-122"/>
                <a:ea typeface="微软雅黑" pitchFamily="34" charset="-122"/>
              </a:rPr>
              <a:t>亿美元罚金，并改组董事会，即可解除相关禁令。</a:t>
            </a:r>
          </a:p>
          <a:p>
            <a:pPr>
              <a:lnSpc>
                <a:spcPct val="150000"/>
              </a:lnSpc>
            </a:pPr>
            <a:r>
              <a:rPr lang="en-US" altLang="zh-CN" sz="1400" dirty="0" smtClean="0">
                <a:latin typeface="微软雅黑" pitchFamily="34" charset="-122"/>
                <a:ea typeface="微软雅黑" pitchFamily="34" charset="-122"/>
              </a:rPr>
              <a:t>2018</a:t>
            </a:r>
            <a:r>
              <a:rPr lang="zh-CN" altLang="en-US" sz="1400" dirty="0" smtClean="0">
                <a:latin typeface="微软雅黑" pitchFamily="34" charset="-122"/>
                <a:ea typeface="微软雅黑" pitchFamily="34" charset="-122"/>
              </a:rPr>
              <a:t>年</a:t>
            </a:r>
            <a:r>
              <a:rPr lang="en-US" altLang="zh-CN" sz="1400" dirty="0" smtClean="0">
                <a:latin typeface="微软雅黑" pitchFamily="34" charset="-122"/>
                <a:ea typeface="微软雅黑" pitchFamily="34" charset="-122"/>
              </a:rPr>
              <a:t>7</a:t>
            </a:r>
            <a:r>
              <a:rPr lang="zh-CN" altLang="en-US" sz="1400" dirty="0" smtClean="0">
                <a:latin typeface="微软雅黑" pitchFamily="34" charset="-122"/>
                <a:ea typeface="微软雅黑" pitchFamily="34" charset="-122"/>
              </a:rPr>
              <a:t>月</a:t>
            </a:r>
            <a:r>
              <a:rPr lang="en-US" altLang="zh-CN" sz="1400" dirty="0" smtClean="0">
                <a:latin typeface="微软雅黑" pitchFamily="34" charset="-122"/>
                <a:ea typeface="微软雅黑" pitchFamily="34" charset="-122"/>
              </a:rPr>
              <a:t>2</a:t>
            </a:r>
            <a:r>
              <a:rPr lang="zh-CN" altLang="en-US" sz="1400" dirty="0" smtClean="0">
                <a:latin typeface="微软雅黑" pitchFamily="34" charset="-122"/>
                <a:ea typeface="微软雅黑" pitchFamily="34" charset="-122"/>
              </a:rPr>
              <a:t>日，美国商务部发布公告，暂时、部分解除对中兴通讯公司的出口禁售令。</a:t>
            </a:r>
          </a:p>
          <a:p>
            <a:pPr>
              <a:lnSpc>
                <a:spcPct val="150000"/>
              </a:lnSpc>
            </a:pPr>
            <a:r>
              <a:rPr lang="en-US" altLang="zh-CN" sz="1400" dirty="0" smtClean="0">
                <a:latin typeface="微软雅黑" pitchFamily="34" charset="-122"/>
                <a:ea typeface="微软雅黑" pitchFamily="34" charset="-122"/>
              </a:rPr>
              <a:t>2018</a:t>
            </a:r>
            <a:r>
              <a:rPr lang="zh-CN" altLang="en-US" sz="1400" dirty="0" smtClean="0">
                <a:latin typeface="微软雅黑" pitchFamily="34" charset="-122"/>
                <a:ea typeface="微软雅黑" pitchFamily="34" charset="-122"/>
              </a:rPr>
              <a:t>年</a:t>
            </a:r>
            <a:r>
              <a:rPr lang="en-US" altLang="zh-CN" sz="1400" dirty="0" smtClean="0">
                <a:latin typeface="微软雅黑" pitchFamily="34" charset="-122"/>
                <a:ea typeface="微软雅黑" pitchFamily="34" charset="-122"/>
              </a:rPr>
              <a:t>7</a:t>
            </a:r>
            <a:r>
              <a:rPr lang="zh-CN" altLang="en-US" sz="1400" dirty="0" smtClean="0">
                <a:latin typeface="微软雅黑" pitchFamily="34" charset="-122"/>
                <a:ea typeface="微软雅黑" pitchFamily="34" charset="-122"/>
              </a:rPr>
              <a:t>月</a:t>
            </a:r>
            <a:r>
              <a:rPr lang="en-US" altLang="zh-CN" sz="1400" dirty="0" smtClean="0">
                <a:latin typeface="微软雅黑" pitchFamily="34" charset="-122"/>
                <a:ea typeface="微软雅黑" pitchFamily="34" charset="-122"/>
              </a:rPr>
              <a:t>14</a:t>
            </a:r>
            <a:r>
              <a:rPr lang="zh-CN" altLang="en-US" sz="1400" dirty="0" smtClean="0">
                <a:latin typeface="微软雅黑" pitchFamily="34" charset="-122"/>
                <a:ea typeface="微软雅黑" pitchFamily="34" charset="-122"/>
              </a:rPr>
              <a:t>日，中兴通讯宣布“解禁了！痛定思痛！再踏征程！”的标语。</a:t>
            </a:r>
            <a:endParaRPr lang="zh-CN" altLang="en-US" sz="1400" dirty="0">
              <a:latin typeface="微软雅黑" pitchFamily="34" charset="-122"/>
              <a:ea typeface="微软雅黑" pitchFamily="34" charset="-122"/>
            </a:endParaRPr>
          </a:p>
        </p:txBody>
      </p:sp>
      <p:sp>
        <p:nvSpPr>
          <p:cNvPr id="4" name="灯片编号占位符 3"/>
          <p:cNvSpPr>
            <a:spLocks noGrp="1"/>
          </p:cNvSpPr>
          <p:nvPr>
            <p:ph type="sldNum" sz="quarter" idx="11"/>
          </p:nvPr>
        </p:nvSpPr>
        <p:spPr/>
        <p:txBody>
          <a:bodyPr>
            <a:normAutofit fontScale="85000" lnSpcReduction="20000"/>
          </a:bodyPr>
          <a:lstStyle/>
          <a:p>
            <a:pPr>
              <a:defRPr/>
            </a:pPr>
            <a:fld id="{467D10C6-15A9-45D8-B60C-ED0C3CC3B8D1}" type="slidenum">
              <a:rPr lang="zh-CN" altLang="en-US" smtClean="0">
                <a:latin typeface="微软雅黑" pitchFamily="34" charset="-122"/>
                <a:ea typeface="微软雅黑" pitchFamily="34" charset="-122"/>
              </a:rPr>
              <a:pPr>
                <a:defRPr/>
              </a:pPr>
              <a:t>3</a:t>
            </a:fld>
            <a:endParaRPr lang="en-US" altLang="zh-CN">
              <a:latin typeface="微软雅黑" pitchFamily="34" charset="-122"/>
              <a:ea typeface="微软雅黑" pitchFamily="34" charset="-122"/>
            </a:endParaRPr>
          </a:p>
        </p:txBody>
      </p:sp>
      <p:sp>
        <p:nvSpPr>
          <p:cNvPr id="5" name="文本框 4"/>
          <p:cNvSpPr txBox="1"/>
          <p:nvPr/>
        </p:nvSpPr>
        <p:spPr>
          <a:xfrm>
            <a:off x="827584" y="5776050"/>
            <a:ext cx="7776864" cy="800219"/>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参见视频：</a:t>
            </a:r>
            <a:endParaRPr lang="en-US" altLang="zh-CN" dirty="0" smtClean="0">
              <a:latin typeface="微软雅黑" panose="020B0503020204020204" pitchFamily="34" charset="-122"/>
              <a:ea typeface="微软雅黑" panose="020B0503020204020204" pitchFamily="34" charset="-122"/>
            </a:endParaRPr>
          </a:p>
          <a:p>
            <a:pPr marL="342900" indent="-342900">
              <a:buFont typeface="+mj-ea"/>
              <a:buAutoNum type="circleNumDbPlain"/>
            </a:pP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道听视频</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中美贸易战</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我们手里还有什么底牌</a:t>
            </a:r>
            <a:r>
              <a:rPr lang="en-US" altLang="zh-CN" sz="1400" dirty="0">
                <a:latin typeface="微软雅黑" panose="020B0503020204020204" pitchFamily="34" charset="-122"/>
                <a:ea typeface="微软雅黑" panose="020B0503020204020204" pitchFamily="34" charset="-122"/>
              </a:rPr>
              <a:t>_</a:t>
            </a:r>
            <a:r>
              <a:rPr lang="zh-CN" altLang="en-US" sz="1400" dirty="0">
                <a:latin typeface="微软雅黑" panose="020B0503020204020204" pitchFamily="34" charset="-122"/>
                <a:ea typeface="微软雅黑" panose="020B0503020204020204" pitchFamily="34" charset="-122"/>
              </a:rPr>
              <a:t>高</a:t>
            </a:r>
            <a:r>
              <a:rPr lang="zh-CN" altLang="en-US" sz="1400" dirty="0" smtClean="0">
                <a:latin typeface="微软雅黑" panose="020B0503020204020204" pitchFamily="34" charset="-122"/>
                <a:ea typeface="微软雅黑" panose="020B0503020204020204" pitchFamily="34" charset="-122"/>
              </a:rPr>
              <a:t>清</a:t>
            </a:r>
            <a:endParaRPr lang="en-US" altLang="zh-CN" sz="1400" dirty="0" smtClean="0">
              <a:latin typeface="微软雅黑" panose="020B0503020204020204" pitchFamily="34" charset="-122"/>
              <a:ea typeface="微软雅黑" panose="020B0503020204020204" pitchFamily="34" charset="-122"/>
            </a:endParaRPr>
          </a:p>
          <a:p>
            <a:pPr marL="342900" indent="-342900">
              <a:buFont typeface="+mj-ea"/>
              <a:buAutoNum type="circleNumDbPlain"/>
            </a:pPr>
            <a:r>
              <a:rPr lang="zh-CN" altLang="en-US" sz="1400" dirty="0">
                <a:latin typeface="微软雅黑" panose="020B0503020204020204" pitchFamily="34" charset="-122"/>
                <a:ea typeface="微软雅黑" panose="020B0503020204020204" pitchFamily="34" charset="-122"/>
              </a:rPr>
              <a:t>弯道超车不存在</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中美航空发动机差距继续拉大</a:t>
            </a:r>
            <a:r>
              <a:rPr lang="en-US" altLang="zh-CN" sz="1400" dirty="0">
                <a:latin typeface="微软雅黑" panose="020B0503020204020204" pitchFamily="34" charset="-122"/>
                <a:ea typeface="微软雅黑" panose="020B0503020204020204" pitchFamily="34" charset="-122"/>
              </a:rPr>
              <a:t>! 20</a:t>
            </a:r>
            <a:r>
              <a:rPr lang="zh-CN" altLang="en-US" sz="1400" dirty="0">
                <a:latin typeface="微软雅黑" panose="020B0503020204020204" pitchFamily="34" charset="-122"/>
                <a:ea typeface="微软雅黑" panose="020B0503020204020204" pitchFamily="34" charset="-122"/>
              </a:rPr>
              <a:t>年内追不上</a:t>
            </a:r>
            <a:r>
              <a:rPr lang="en-US" altLang="zh-CN" sz="1400" dirty="0">
                <a:latin typeface="微软雅黑" panose="020B0503020204020204" pitchFamily="34" charset="-122"/>
                <a:ea typeface="微软雅黑" panose="020B0503020204020204" pitchFamily="34" charset="-122"/>
              </a:rPr>
              <a:t>_</a:t>
            </a:r>
            <a:r>
              <a:rPr lang="zh-CN" altLang="en-US" sz="1400" dirty="0">
                <a:latin typeface="微软雅黑" panose="020B0503020204020204" pitchFamily="34" charset="-122"/>
                <a:ea typeface="微软雅黑" panose="020B0503020204020204" pitchFamily="34" charset="-122"/>
              </a:rPr>
              <a:t>高清</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itchFamily="34" charset="-122"/>
                <a:ea typeface="微软雅黑" pitchFamily="34" charset="-122"/>
                <a:sym typeface="Times New Roman" pitchFamily="18" charset="0"/>
              </a:rPr>
              <a:t>基本情况</a:t>
            </a:r>
            <a:endParaRPr lang="zh-CN" altLang="en-US" dirty="0">
              <a:latin typeface="微软雅黑" pitchFamily="34" charset="-122"/>
              <a:ea typeface="微软雅黑" pitchFamily="34" charset="-122"/>
            </a:endParaRPr>
          </a:p>
        </p:txBody>
      </p:sp>
      <p:sp>
        <p:nvSpPr>
          <p:cNvPr id="3" name="内容占位符 2"/>
          <p:cNvSpPr>
            <a:spLocks noGrp="1"/>
          </p:cNvSpPr>
          <p:nvPr>
            <p:ph sz="quarter" idx="1"/>
          </p:nvPr>
        </p:nvSpPr>
        <p:spPr/>
        <p:txBody>
          <a:bodyPr/>
          <a:lstStyle/>
          <a:p>
            <a:pPr marL="298450" indent="-298450">
              <a:lnSpc>
                <a:spcPct val="150000"/>
              </a:lnSpc>
              <a:buFont typeface="Monotype Sorts" pitchFamily="4" charset="2"/>
              <a:buChar char="n"/>
            </a:pPr>
            <a:r>
              <a:rPr lang="zh-CN" altLang="en-US" b="1" dirty="0" smtClean="0">
                <a:latin typeface="微软雅黑" pitchFamily="34" charset="-122"/>
                <a:ea typeface="微软雅黑" pitchFamily="34" charset="-122"/>
              </a:rPr>
              <a:t>课程名称：</a:t>
            </a:r>
            <a:r>
              <a:rPr lang="zh-CN" altLang="en-US" b="1" dirty="0" smtClean="0">
                <a:solidFill>
                  <a:srgbClr val="FF0000"/>
                </a:solidFill>
                <a:latin typeface="微软雅黑" pitchFamily="34" charset="-122"/>
                <a:ea typeface="微软雅黑" pitchFamily="34" charset="-122"/>
              </a:rPr>
              <a:t>操作系统原理</a:t>
            </a:r>
            <a:endParaRPr lang="zh-CN" altLang="en-US" dirty="0" smtClean="0">
              <a:latin typeface="微软雅黑" pitchFamily="34" charset="-122"/>
              <a:ea typeface="微软雅黑" pitchFamily="34" charset="-122"/>
            </a:endParaRPr>
          </a:p>
          <a:p>
            <a:pPr marL="298450" indent="-298450">
              <a:lnSpc>
                <a:spcPct val="150000"/>
              </a:lnSpc>
              <a:buFont typeface="Monotype Sorts" pitchFamily="4" charset="2"/>
              <a:buChar char="n"/>
            </a:pPr>
            <a:r>
              <a:rPr lang="zh-CN" altLang="en-US" b="1" dirty="0" smtClean="0">
                <a:latin typeface="微软雅黑" pitchFamily="34" charset="-122"/>
                <a:ea typeface="微软雅黑" pitchFamily="34" charset="-122"/>
              </a:rPr>
              <a:t>授课时数：</a:t>
            </a:r>
            <a:r>
              <a:rPr lang="en-US" altLang="zh-CN" dirty="0" smtClean="0">
                <a:solidFill>
                  <a:srgbClr val="4302C6"/>
                </a:solidFill>
                <a:latin typeface="微软雅黑" pitchFamily="34" charset="-122"/>
                <a:ea typeface="微软雅黑" pitchFamily="34" charset="-122"/>
              </a:rPr>
              <a:t>40</a:t>
            </a:r>
            <a:r>
              <a:rPr lang="zh-CN" altLang="en-US" dirty="0" smtClean="0">
                <a:solidFill>
                  <a:srgbClr val="4302C6"/>
                </a:solidFill>
                <a:latin typeface="微软雅黑" pitchFamily="34" charset="-122"/>
                <a:ea typeface="微软雅黑" pitchFamily="34" charset="-122"/>
              </a:rPr>
              <a:t>学时</a:t>
            </a:r>
            <a:endParaRPr lang="zh-CN" altLang="en-US" sz="2400" dirty="0" smtClean="0">
              <a:solidFill>
                <a:srgbClr val="4302C6"/>
              </a:solidFill>
              <a:latin typeface="微软雅黑" pitchFamily="34" charset="-122"/>
              <a:ea typeface="微软雅黑" pitchFamily="34" charset="-122"/>
            </a:endParaRPr>
          </a:p>
          <a:p>
            <a:pPr marL="298450" indent="-298450">
              <a:lnSpc>
                <a:spcPct val="150000"/>
              </a:lnSpc>
              <a:buFont typeface="Monotype Sorts" pitchFamily="4" charset="2"/>
              <a:buChar char="n"/>
            </a:pPr>
            <a:r>
              <a:rPr lang="zh-CN" altLang="en-US" b="1" dirty="0" smtClean="0">
                <a:latin typeface="微软雅黑" pitchFamily="34" charset="-122"/>
                <a:ea typeface="微软雅黑" pitchFamily="34" charset="-122"/>
              </a:rPr>
              <a:t>实验时数：</a:t>
            </a:r>
            <a:r>
              <a:rPr lang="en-US" altLang="zh-CN" dirty="0" smtClean="0">
                <a:solidFill>
                  <a:srgbClr val="4302C6"/>
                </a:solidFill>
                <a:latin typeface="微软雅黑" pitchFamily="34" charset="-122"/>
                <a:ea typeface="微软雅黑" pitchFamily="34" charset="-122"/>
              </a:rPr>
              <a:t>20</a:t>
            </a:r>
            <a:r>
              <a:rPr lang="zh-CN" altLang="en-US" dirty="0" smtClean="0">
                <a:solidFill>
                  <a:srgbClr val="4302C6"/>
                </a:solidFill>
                <a:latin typeface="微软雅黑" pitchFamily="34" charset="-122"/>
                <a:ea typeface="微软雅黑" pitchFamily="34" charset="-122"/>
              </a:rPr>
              <a:t>学时</a:t>
            </a:r>
            <a:r>
              <a:rPr lang="en-US" altLang="zh-CN" dirty="0" smtClean="0">
                <a:solidFill>
                  <a:srgbClr val="4302C6"/>
                </a:solidFill>
                <a:latin typeface="微软雅黑" pitchFamily="34" charset="-122"/>
                <a:ea typeface="微软雅黑" pitchFamily="34" charset="-122"/>
              </a:rPr>
              <a:t>(</a:t>
            </a:r>
            <a:r>
              <a:rPr lang="zh-CN" altLang="en-US" dirty="0" smtClean="0">
                <a:solidFill>
                  <a:srgbClr val="4302C6"/>
                </a:solidFill>
                <a:latin typeface="微软雅黑" pitchFamily="34" charset="-122"/>
                <a:ea typeface="微软雅黑" pitchFamily="34" charset="-122"/>
              </a:rPr>
              <a:t>共计</a:t>
            </a:r>
            <a:r>
              <a:rPr lang="en-US" altLang="zh-CN" dirty="0" smtClean="0">
                <a:solidFill>
                  <a:srgbClr val="4302C6"/>
                </a:solidFill>
                <a:latin typeface="微软雅黑" pitchFamily="34" charset="-122"/>
                <a:ea typeface="微软雅黑" pitchFamily="34" charset="-122"/>
              </a:rPr>
              <a:t>5</a:t>
            </a:r>
            <a:r>
              <a:rPr lang="zh-CN" altLang="en-US" dirty="0" smtClean="0">
                <a:solidFill>
                  <a:srgbClr val="4302C6"/>
                </a:solidFill>
                <a:latin typeface="微软雅黑" pitchFamily="34" charset="-122"/>
                <a:ea typeface="微软雅黑" pitchFamily="34" charset="-122"/>
              </a:rPr>
              <a:t>次</a:t>
            </a:r>
            <a:r>
              <a:rPr lang="en-US" altLang="zh-CN" dirty="0" smtClean="0">
                <a:solidFill>
                  <a:srgbClr val="4302C6"/>
                </a:solidFill>
                <a:latin typeface="微软雅黑" pitchFamily="34" charset="-122"/>
                <a:ea typeface="微软雅黑" pitchFamily="34" charset="-122"/>
              </a:rPr>
              <a:t>)</a:t>
            </a:r>
            <a:r>
              <a:rPr lang="zh-CN" altLang="en-US" dirty="0" smtClean="0">
                <a:solidFill>
                  <a:srgbClr val="4302C6"/>
                </a:solidFill>
                <a:latin typeface="微软雅黑" pitchFamily="34" charset="-122"/>
                <a:ea typeface="微软雅黑" pitchFamily="34" charset="-122"/>
              </a:rPr>
              <a:t>，</a:t>
            </a:r>
            <a:endParaRPr lang="en-US" altLang="zh-CN" dirty="0" smtClean="0">
              <a:solidFill>
                <a:srgbClr val="4302C6"/>
              </a:solidFill>
              <a:latin typeface="微软雅黑" pitchFamily="34" charset="-122"/>
              <a:ea typeface="微软雅黑" pitchFamily="34" charset="-122"/>
            </a:endParaRPr>
          </a:p>
          <a:p>
            <a:pPr marL="619125" lvl="1" indent="-298450">
              <a:lnSpc>
                <a:spcPct val="150000"/>
              </a:lnSpc>
              <a:buFont typeface="Wingdings" pitchFamily="2" charset="2"/>
              <a:buChar char="ü"/>
            </a:pPr>
            <a:r>
              <a:rPr lang="zh-CN" altLang="en-US" dirty="0" smtClean="0">
                <a:solidFill>
                  <a:srgbClr val="4302C6"/>
                </a:solidFill>
                <a:latin typeface="微软雅黑" pitchFamily="34" charset="-122"/>
                <a:ea typeface="微软雅黑" pitchFamily="34" charset="-122"/>
              </a:rPr>
              <a:t>助教：胡亚辉、谭璐超</a:t>
            </a:r>
          </a:p>
          <a:p>
            <a:pPr marL="298450" indent="-298450">
              <a:lnSpc>
                <a:spcPct val="150000"/>
              </a:lnSpc>
              <a:buFont typeface="Monotype Sorts" pitchFamily="4" charset="2"/>
              <a:buChar char="n"/>
            </a:pPr>
            <a:r>
              <a:rPr lang="zh-CN" altLang="en-US" b="1" dirty="0" smtClean="0">
                <a:latin typeface="微软雅黑" pitchFamily="34" charset="-122"/>
                <a:ea typeface="微软雅黑" pitchFamily="34" charset="-122"/>
              </a:rPr>
              <a:t>面向对象：</a:t>
            </a:r>
            <a:r>
              <a:rPr lang="zh-CN" altLang="en-US" dirty="0" smtClean="0">
                <a:latin typeface="微软雅黑" pitchFamily="34" charset="-122"/>
                <a:ea typeface="微软雅黑" pitchFamily="34" charset="-122"/>
              </a:rPr>
              <a:t>计算机科学与技术专业、软件工程等</a:t>
            </a:r>
          </a:p>
          <a:p>
            <a:pPr marL="298450" indent="-298450">
              <a:lnSpc>
                <a:spcPct val="150000"/>
              </a:lnSpc>
              <a:buFont typeface="Monotype Sorts" pitchFamily="4" charset="2"/>
              <a:buChar char="n"/>
            </a:pPr>
            <a:r>
              <a:rPr lang="zh-CN" altLang="en-US" b="1" dirty="0" smtClean="0">
                <a:latin typeface="微软雅黑" pitchFamily="34" charset="-122"/>
                <a:ea typeface="微软雅黑" pitchFamily="34" charset="-122"/>
              </a:rPr>
              <a:t>预修课程要求：</a:t>
            </a:r>
            <a:r>
              <a:rPr lang="zh-CN" altLang="en-US" dirty="0" smtClean="0">
                <a:latin typeface="微软雅黑" pitchFamily="34" charset="-122"/>
                <a:ea typeface="微软雅黑" pitchFamily="34" charset="-122"/>
              </a:rPr>
              <a:t>C/C++程序设计语言、数据结构、计算机组成原理</a:t>
            </a:r>
          </a:p>
          <a:p>
            <a:endParaRPr lang="zh-CN" altLang="en-US" dirty="0">
              <a:latin typeface="楷体_GB2312"/>
            </a:endParaRPr>
          </a:p>
        </p:txBody>
      </p:sp>
      <p:sp>
        <p:nvSpPr>
          <p:cNvPr id="4" name="灯片编号占位符 3"/>
          <p:cNvSpPr>
            <a:spLocks noGrp="1"/>
          </p:cNvSpPr>
          <p:nvPr>
            <p:ph type="sldNum" sz="quarter" idx="11"/>
          </p:nvPr>
        </p:nvSpPr>
        <p:spPr/>
        <p:txBody>
          <a:bodyPr>
            <a:normAutofit fontScale="85000" lnSpcReduction="20000"/>
          </a:bodyPr>
          <a:lstStyle/>
          <a:p>
            <a:pPr>
              <a:defRPr/>
            </a:pPr>
            <a:fld id="{467D10C6-15A9-45D8-B60C-ED0C3CC3B8D1}" type="slidenum">
              <a:rPr lang="zh-CN" altLang="en-US" smtClean="0"/>
              <a:pPr>
                <a:defRPr/>
              </a:pPr>
              <a:t>4</a:t>
            </a:fld>
            <a:endParaRPr lang="en-US" altLang="zh-C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itchFamily="34" charset="-122"/>
                <a:ea typeface="微软雅黑" pitchFamily="34" charset="-122"/>
                <a:sym typeface="Times New Roman" pitchFamily="18" charset="0"/>
              </a:rPr>
              <a:t>教学目的和作用</a:t>
            </a:r>
            <a:endParaRPr lang="zh-CN" altLang="en-US" dirty="0">
              <a:latin typeface="微软雅黑" pitchFamily="34" charset="-122"/>
              <a:ea typeface="微软雅黑" pitchFamily="34" charset="-122"/>
            </a:endParaRPr>
          </a:p>
        </p:txBody>
      </p:sp>
      <p:sp>
        <p:nvSpPr>
          <p:cNvPr id="3" name="内容占位符 2"/>
          <p:cNvSpPr>
            <a:spLocks noGrp="1"/>
          </p:cNvSpPr>
          <p:nvPr>
            <p:ph sz="quarter" idx="1"/>
          </p:nvPr>
        </p:nvSpPr>
        <p:spPr>
          <a:xfrm>
            <a:off x="142844" y="1268760"/>
            <a:ext cx="9001156" cy="4968552"/>
          </a:xfrm>
        </p:spPr>
        <p:txBody>
          <a:bodyPr/>
          <a:lstStyle/>
          <a:p>
            <a:pPr marL="298450" indent="-298450">
              <a:lnSpc>
                <a:spcPct val="150000"/>
              </a:lnSpc>
              <a:buFont typeface="Monotype Sorts" pitchFamily="4" charset="2"/>
              <a:buChar char="n"/>
            </a:pPr>
            <a:r>
              <a:rPr lang="zh-CN" altLang="en-US" sz="2400" dirty="0" smtClean="0">
                <a:latin typeface="微软雅黑" pitchFamily="34" charset="-122"/>
                <a:ea typeface="微软雅黑" pitchFamily="34" charset="-122"/>
                <a:sym typeface="Times New Roman" pitchFamily="18" charset="0"/>
              </a:rPr>
              <a:t>通过本课程的学习，要求学生理解</a:t>
            </a:r>
            <a:r>
              <a:rPr lang="zh-CN" altLang="en-US" sz="2400" dirty="0" smtClean="0">
                <a:solidFill>
                  <a:srgbClr val="FF0066"/>
                </a:solidFill>
                <a:latin typeface="微软雅黑" pitchFamily="34" charset="-122"/>
                <a:ea typeface="微软雅黑" pitchFamily="34" charset="-122"/>
                <a:sym typeface="Times New Roman" pitchFamily="18" charset="0"/>
              </a:rPr>
              <a:t>操作系统在计算机系统中的作用、地位和特点</a:t>
            </a:r>
            <a:r>
              <a:rPr lang="zh-CN" altLang="en-US" sz="2400" dirty="0" smtClean="0">
                <a:latin typeface="微软雅黑" pitchFamily="34" charset="-122"/>
                <a:ea typeface="微软雅黑" pitchFamily="34" charset="-122"/>
                <a:sym typeface="Times New Roman" pitchFamily="18" charset="0"/>
              </a:rPr>
              <a:t>，熟练掌握和运用操作系统在进行计算机软硬件资源管理和调度时常用的</a:t>
            </a:r>
            <a:r>
              <a:rPr lang="zh-CN" altLang="en-US" sz="2400" dirty="0" smtClean="0">
                <a:solidFill>
                  <a:srgbClr val="FF0066"/>
                </a:solidFill>
                <a:latin typeface="微软雅黑" pitchFamily="34" charset="-122"/>
                <a:ea typeface="微软雅黑" pitchFamily="34" charset="-122"/>
                <a:sym typeface="Times New Roman" pitchFamily="18" charset="0"/>
              </a:rPr>
              <a:t>概念、方法、策略、算法</a:t>
            </a:r>
            <a:r>
              <a:rPr lang="zh-CN" altLang="en-US" sz="2400" dirty="0" smtClean="0">
                <a:latin typeface="微软雅黑" pitchFamily="34" charset="-122"/>
                <a:ea typeface="微软雅黑" pitchFamily="34" charset="-122"/>
                <a:sym typeface="Times New Roman" pitchFamily="18" charset="0"/>
              </a:rPr>
              <a:t>、手段等。</a:t>
            </a:r>
            <a:r>
              <a:rPr lang="zh-CN" altLang="en-US" sz="2400" dirty="0" smtClean="0">
                <a:solidFill>
                  <a:srgbClr val="FF0000"/>
                </a:solidFill>
                <a:latin typeface="微软雅黑" pitchFamily="34" charset="-122"/>
                <a:ea typeface="微软雅黑" pitchFamily="34" charset="-122"/>
                <a:sym typeface="Times New Roman" pitchFamily="18" charset="0"/>
              </a:rPr>
              <a:t>从而了解计算机程序是如何运行。</a:t>
            </a:r>
            <a:endParaRPr lang="zh-CN" altLang="en-US" sz="2000" dirty="0" smtClean="0">
              <a:solidFill>
                <a:srgbClr val="FF0000"/>
              </a:solidFill>
              <a:latin typeface="微软雅黑" pitchFamily="34" charset="-122"/>
              <a:ea typeface="微软雅黑" pitchFamily="34" charset="-122"/>
              <a:sym typeface="Times New Roman" pitchFamily="18" charset="0"/>
            </a:endParaRPr>
          </a:p>
          <a:p>
            <a:pPr marL="298450" indent="-298450">
              <a:lnSpc>
                <a:spcPct val="150000"/>
              </a:lnSpc>
              <a:buFont typeface="Monotype Sorts" pitchFamily="4" charset="2"/>
              <a:buChar char="n"/>
            </a:pPr>
            <a:r>
              <a:rPr lang="zh-CN" altLang="en-US" sz="2400" dirty="0" smtClean="0">
                <a:latin typeface="微软雅黑" pitchFamily="34" charset="-122"/>
                <a:ea typeface="微软雅黑" pitchFamily="34" charset="-122"/>
                <a:sym typeface="Times New Roman" pitchFamily="18" charset="0"/>
              </a:rPr>
              <a:t>操作系统的很多设计思想、功能、概念在其他领域使用</a:t>
            </a:r>
            <a:endParaRPr lang="zh-CN" altLang="en-US" sz="2000" dirty="0" smtClean="0">
              <a:latin typeface="微软雅黑" pitchFamily="34" charset="-122"/>
              <a:ea typeface="微软雅黑" pitchFamily="34" charset="-122"/>
              <a:sym typeface="Times New Roman" pitchFamily="18" charset="0"/>
            </a:endParaRPr>
          </a:p>
          <a:p>
            <a:pPr marL="298450" indent="-298450">
              <a:lnSpc>
                <a:spcPct val="150000"/>
              </a:lnSpc>
              <a:buFont typeface="Monotype Sorts" pitchFamily="4" charset="2"/>
              <a:buChar char="n"/>
            </a:pPr>
            <a:r>
              <a:rPr lang="zh-CN" altLang="en-US" sz="2400" dirty="0" smtClean="0">
                <a:solidFill>
                  <a:srgbClr val="4302C6"/>
                </a:solidFill>
                <a:latin typeface="微软雅黑" pitchFamily="34" charset="-122"/>
                <a:ea typeface="微软雅黑" pitchFamily="34" charset="-122"/>
                <a:sym typeface="Times New Roman" pitchFamily="18" charset="0"/>
              </a:rPr>
              <a:t>操作系统是计算机专业的核心课程</a:t>
            </a:r>
          </a:p>
          <a:p>
            <a:endParaRPr lang="zh-CN" altLang="en-US" dirty="0"/>
          </a:p>
        </p:txBody>
      </p:sp>
      <p:sp>
        <p:nvSpPr>
          <p:cNvPr id="4" name="灯片编号占位符 3"/>
          <p:cNvSpPr>
            <a:spLocks noGrp="1"/>
          </p:cNvSpPr>
          <p:nvPr>
            <p:ph type="sldNum" sz="quarter" idx="11"/>
          </p:nvPr>
        </p:nvSpPr>
        <p:spPr/>
        <p:txBody>
          <a:bodyPr>
            <a:normAutofit fontScale="85000" lnSpcReduction="20000"/>
          </a:bodyPr>
          <a:lstStyle/>
          <a:p>
            <a:pPr>
              <a:defRPr/>
            </a:pPr>
            <a:fld id="{467D10C6-15A9-45D8-B60C-ED0C3CC3B8D1}" type="slidenum">
              <a:rPr lang="zh-CN" altLang="en-US" smtClean="0"/>
              <a:pPr>
                <a:defRPr/>
              </a:pPr>
              <a:t>5</a:t>
            </a:fld>
            <a:endParaRPr lang="en-US" altLang="zh-C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itchFamily="34" charset="-122"/>
                <a:ea typeface="微软雅黑" pitchFamily="34" charset="-122"/>
                <a:sym typeface="Times New Roman" pitchFamily="18" charset="0"/>
              </a:rPr>
              <a:t>课程考核</a:t>
            </a:r>
            <a:endParaRPr lang="zh-CN" altLang="en-US" dirty="0">
              <a:latin typeface="微软雅黑" pitchFamily="34" charset="-122"/>
              <a:ea typeface="微软雅黑" pitchFamily="34" charset="-122"/>
              <a:sym typeface="Times New Roman" pitchFamily="18" charset="0"/>
            </a:endParaRPr>
          </a:p>
        </p:txBody>
      </p:sp>
      <p:sp>
        <p:nvSpPr>
          <p:cNvPr id="3" name="内容占位符 2"/>
          <p:cNvSpPr>
            <a:spLocks noGrp="1"/>
          </p:cNvSpPr>
          <p:nvPr>
            <p:ph sz="quarter" idx="1"/>
          </p:nvPr>
        </p:nvSpPr>
        <p:spPr/>
        <p:txBody>
          <a:bodyPr/>
          <a:lstStyle/>
          <a:p>
            <a:pPr marL="298450" indent="-298450">
              <a:lnSpc>
                <a:spcPct val="150000"/>
              </a:lnSpc>
              <a:buFont typeface="Monotype Sorts" pitchFamily="4" charset="2"/>
              <a:buChar char="n"/>
            </a:pPr>
            <a:r>
              <a:rPr lang="zh-CN" altLang="en-US" sz="4000" dirty="0" smtClean="0">
                <a:latin typeface="微软雅黑" pitchFamily="34" charset="-122"/>
                <a:ea typeface="微软雅黑" pitchFamily="34" charset="-122"/>
                <a:sym typeface="楷体_GB2312" pitchFamily="1" charset="-122"/>
              </a:rPr>
              <a:t>课程成绩评定：</a:t>
            </a:r>
          </a:p>
          <a:p>
            <a:pPr marL="647700" lvl="1" indent="-249238">
              <a:lnSpc>
                <a:spcPct val="150000"/>
              </a:lnSpc>
              <a:buFont typeface="Monotype Sorts" pitchFamily="4" charset="2"/>
              <a:buChar char="l"/>
            </a:pPr>
            <a:r>
              <a:rPr lang="zh-CN" altLang="en-US" sz="3600" dirty="0" smtClean="0">
                <a:latin typeface="微软雅黑" pitchFamily="34" charset="-122"/>
                <a:ea typeface="微软雅黑" pitchFamily="34" charset="-122"/>
                <a:sym typeface="楷体_GB2312" pitchFamily="1" charset="-122"/>
              </a:rPr>
              <a:t>期末考试：</a:t>
            </a:r>
            <a:r>
              <a:rPr lang="en-US" altLang="zh-CN" sz="3600" dirty="0" smtClean="0">
                <a:solidFill>
                  <a:srgbClr val="FF0000"/>
                </a:solidFill>
                <a:latin typeface="微软雅黑" pitchFamily="34" charset="-122"/>
                <a:ea typeface="微软雅黑" pitchFamily="34" charset="-122"/>
                <a:sym typeface="楷体_GB2312" pitchFamily="1" charset="-122"/>
              </a:rPr>
              <a:t>5</a:t>
            </a:r>
            <a:r>
              <a:rPr lang="zh-CN" altLang="en-US" sz="3600" dirty="0" smtClean="0">
                <a:solidFill>
                  <a:srgbClr val="FF0000"/>
                </a:solidFill>
                <a:latin typeface="微软雅黑" pitchFamily="34" charset="-122"/>
                <a:ea typeface="微软雅黑" pitchFamily="34" charset="-122"/>
                <a:sym typeface="楷体_GB2312" pitchFamily="1" charset="-122"/>
              </a:rPr>
              <a:t>0%</a:t>
            </a:r>
          </a:p>
          <a:p>
            <a:pPr marL="647700" lvl="1" indent="-249238">
              <a:lnSpc>
                <a:spcPct val="150000"/>
              </a:lnSpc>
              <a:buFont typeface="Monotype Sorts" pitchFamily="4" charset="2"/>
              <a:buChar char="l"/>
            </a:pPr>
            <a:r>
              <a:rPr lang="zh-CN" altLang="en-US" sz="3600" dirty="0" smtClean="0">
                <a:latin typeface="微软雅黑" pitchFamily="34" charset="-122"/>
                <a:ea typeface="微软雅黑" pitchFamily="34" charset="-122"/>
                <a:sym typeface="楷体_GB2312" pitchFamily="1" charset="-122"/>
              </a:rPr>
              <a:t>平时作业：</a:t>
            </a:r>
            <a:r>
              <a:rPr lang="zh-CN" altLang="en-US" sz="3600" dirty="0" smtClean="0">
                <a:solidFill>
                  <a:srgbClr val="FF0000"/>
                </a:solidFill>
                <a:latin typeface="微软雅黑" pitchFamily="34" charset="-122"/>
                <a:ea typeface="微软雅黑" pitchFamily="34" charset="-122"/>
                <a:sym typeface="楷体_GB2312" pitchFamily="1" charset="-122"/>
              </a:rPr>
              <a:t>20%</a:t>
            </a:r>
          </a:p>
          <a:p>
            <a:pPr marL="647700" lvl="1" indent="-249238">
              <a:lnSpc>
                <a:spcPct val="150000"/>
              </a:lnSpc>
              <a:buFont typeface="Monotype Sorts" pitchFamily="4" charset="2"/>
              <a:buChar char="l"/>
            </a:pPr>
            <a:r>
              <a:rPr lang="zh-CN" altLang="en-US" sz="3600" dirty="0" smtClean="0">
                <a:latin typeface="微软雅黑" pitchFamily="34" charset="-122"/>
                <a:ea typeface="微软雅黑" pitchFamily="34" charset="-122"/>
                <a:sym typeface="楷体_GB2312" pitchFamily="1" charset="-122"/>
              </a:rPr>
              <a:t>实验：</a:t>
            </a:r>
            <a:r>
              <a:rPr lang="en-US" altLang="zh-CN" sz="3600" dirty="0" smtClean="0">
                <a:solidFill>
                  <a:srgbClr val="FF0000"/>
                </a:solidFill>
                <a:latin typeface="微软雅黑" pitchFamily="34" charset="-122"/>
                <a:ea typeface="微软雅黑" pitchFamily="34" charset="-122"/>
                <a:sym typeface="楷体_GB2312" pitchFamily="1" charset="-122"/>
              </a:rPr>
              <a:t>3</a:t>
            </a:r>
            <a:r>
              <a:rPr lang="zh-CN" altLang="en-US" sz="3600" dirty="0" smtClean="0">
                <a:solidFill>
                  <a:srgbClr val="FF0000"/>
                </a:solidFill>
                <a:latin typeface="微软雅黑" pitchFamily="34" charset="-122"/>
                <a:ea typeface="微软雅黑" pitchFamily="34" charset="-122"/>
                <a:sym typeface="楷体_GB2312" pitchFamily="1" charset="-122"/>
              </a:rPr>
              <a:t>0%</a:t>
            </a:r>
          </a:p>
          <a:p>
            <a:endParaRPr lang="zh-CN" altLang="en-US" dirty="0"/>
          </a:p>
        </p:txBody>
      </p:sp>
      <p:sp>
        <p:nvSpPr>
          <p:cNvPr id="4" name="灯片编号占位符 3"/>
          <p:cNvSpPr>
            <a:spLocks noGrp="1"/>
          </p:cNvSpPr>
          <p:nvPr>
            <p:ph type="sldNum" sz="quarter" idx="11"/>
          </p:nvPr>
        </p:nvSpPr>
        <p:spPr/>
        <p:txBody>
          <a:bodyPr>
            <a:normAutofit fontScale="85000" lnSpcReduction="20000"/>
          </a:bodyPr>
          <a:lstStyle/>
          <a:p>
            <a:pPr>
              <a:defRPr/>
            </a:pPr>
            <a:fld id="{467D10C6-15A9-45D8-B60C-ED0C3CC3B8D1}" type="slidenum">
              <a:rPr lang="zh-CN" altLang="en-US" smtClean="0"/>
              <a:pPr>
                <a:defRPr/>
              </a:pPr>
              <a:t>6</a:t>
            </a:fld>
            <a:endParaRPr lang="en-US" altLang="zh-C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itchFamily="34" charset="-122"/>
                <a:ea typeface="微软雅黑" pitchFamily="34" charset="-122"/>
              </a:rPr>
              <a:t>课程安排</a:t>
            </a:r>
          </a:p>
        </p:txBody>
      </p:sp>
      <p:sp>
        <p:nvSpPr>
          <p:cNvPr id="3" name="内容占位符 2"/>
          <p:cNvSpPr>
            <a:spLocks noGrp="1"/>
          </p:cNvSpPr>
          <p:nvPr>
            <p:ph sz="quarter" idx="1"/>
          </p:nvPr>
        </p:nvSpPr>
        <p:spPr/>
        <p:txBody>
          <a:bodyPr/>
          <a:lstStyle/>
          <a:p>
            <a:r>
              <a:rPr lang="zh-CN" altLang="en-US" dirty="0"/>
              <a:t>第</a:t>
            </a:r>
            <a:r>
              <a:rPr lang="en-US" altLang="zh-CN" dirty="0"/>
              <a:t>0</a:t>
            </a:r>
            <a:r>
              <a:rPr lang="zh-CN" altLang="en-US" dirty="0"/>
              <a:t>章 操作系统导</a:t>
            </a:r>
            <a:r>
              <a:rPr lang="zh-CN" altLang="en-US" dirty="0" smtClean="0"/>
              <a:t>学</a:t>
            </a:r>
            <a:endParaRPr lang="en-US" altLang="zh-CN" dirty="0" smtClean="0"/>
          </a:p>
          <a:p>
            <a:r>
              <a:rPr lang="zh-CN" altLang="en-US" dirty="0"/>
              <a:t>第</a:t>
            </a:r>
            <a:r>
              <a:rPr lang="en-US" altLang="zh-CN" dirty="0"/>
              <a:t>1</a:t>
            </a:r>
            <a:r>
              <a:rPr lang="zh-CN" altLang="en-US" dirty="0"/>
              <a:t>章  操作系统</a:t>
            </a:r>
            <a:r>
              <a:rPr lang="zh-CN" altLang="en-US" dirty="0" smtClean="0"/>
              <a:t>概述</a:t>
            </a:r>
            <a:endParaRPr lang="en-US" altLang="zh-CN" dirty="0" smtClean="0"/>
          </a:p>
          <a:p>
            <a:r>
              <a:rPr lang="zh-CN" altLang="en-US" dirty="0"/>
              <a:t>第</a:t>
            </a:r>
            <a:r>
              <a:rPr lang="en-US" altLang="zh-CN" dirty="0"/>
              <a:t>2</a:t>
            </a:r>
            <a:r>
              <a:rPr lang="zh-CN" altLang="en-US" dirty="0"/>
              <a:t>章  进程的基本</a:t>
            </a:r>
            <a:r>
              <a:rPr lang="zh-CN" altLang="en-US" dirty="0" smtClean="0"/>
              <a:t>概念</a:t>
            </a:r>
            <a:endParaRPr lang="en-US" altLang="zh-CN" dirty="0" smtClean="0"/>
          </a:p>
          <a:p>
            <a:r>
              <a:rPr lang="zh-CN" altLang="en-US" dirty="0"/>
              <a:t>第</a:t>
            </a:r>
            <a:r>
              <a:rPr lang="en-US" altLang="zh-CN" dirty="0"/>
              <a:t>3</a:t>
            </a:r>
            <a:r>
              <a:rPr lang="zh-CN" altLang="en-US" dirty="0"/>
              <a:t>章  进程间互斥与</a:t>
            </a:r>
            <a:r>
              <a:rPr lang="zh-CN" altLang="en-US" dirty="0" smtClean="0"/>
              <a:t>同步</a:t>
            </a:r>
            <a:endParaRPr lang="en-US" altLang="zh-CN" dirty="0" smtClean="0"/>
          </a:p>
          <a:p>
            <a:r>
              <a:rPr lang="zh-CN" altLang="en-US" dirty="0"/>
              <a:t>第</a:t>
            </a:r>
            <a:r>
              <a:rPr lang="en-US" altLang="zh-CN" dirty="0"/>
              <a:t>4</a:t>
            </a:r>
            <a:r>
              <a:rPr lang="zh-CN" altLang="en-US" dirty="0"/>
              <a:t>章  </a:t>
            </a:r>
            <a:r>
              <a:rPr lang="zh-CN" altLang="en-US" dirty="0" smtClean="0"/>
              <a:t>进程间通信</a:t>
            </a:r>
            <a:endParaRPr lang="en-US" altLang="zh-CN" dirty="0" smtClean="0"/>
          </a:p>
          <a:p>
            <a:r>
              <a:rPr lang="zh-CN" altLang="en-US" dirty="0"/>
              <a:t>第</a:t>
            </a:r>
            <a:r>
              <a:rPr lang="en-US" altLang="zh-CN" dirty="0"/>
              <a:t>5</a:t>
            </a:r>
            <a:r>
              <a:rPr lang="zh-CN" altLang="en-US" dirty="0"/>
              <a:t>章  死锁</a:t>
            </a:r>
            <a:r>
              <a:rPr lang="zh-CN" altLang="en-US" dirty="0" smtClean="0"/>
              <a:t>问题</a:t>
            </a:r>
            <a:endParaRPr lang="en-US" altLang="zh-CN" dirty="0" smtClean="0"/>
          </a:p>
          <a:p>
            <a:r>
              <a:rPr lang="zh-CN" altLang="en-US" dirty="0"/>
              <a:t>第</a:t>
            </a:r>
            <a:r>
              <a:rPr lang="en-US" altLang="zh-CN" dirty="0"/>
              <a:t>6</a:t>
            </a:r>
            <a:r>
              <a:rPr lang="zh-CN" altLang="en-US" dirty="0"/>
              <a:t>章  处理机</a:t>
            </a:r>
            <a:r>
              <a:rPr lang="zh-CN" altLang="en-US" dirty="0" smtClean="0"/>
              <a:t>调度</a:t>
            </a:r>
            <a:endParaRPr lang="en-US" altLang="zh-CN" dirty="0" smtClean="0"/>
          </a:p>
          <a:p>
            <a:r>
              <a:rPr lang="zh-CN" altLang="en-US" dirty="0"/>
              <a:t>第</a:t>
            </a:r>
            <a:r>
              <a:rPr lang="en-US" altLang="zh-CN" dirty="0"/>
              <a:t>7</a:t>
            </a:r>
            <a:r>
              <a:rPr lang="zh-CN" altLang="en-US" dirty="0"/>
              <a:t>章  </a:t>
            </a:r>
            <a:r>
              <a:rPr lang="zh-CN" altLang="en-US" dirty="0" smtClean="0"/>
              <a:t>存储管理</a:t>
            </a:r>
            <a:endParaRPr lang="en-US" altLang="zh-CN" dirty="0" smtClean="0"/>
          </a:p>
          <a:p>
            <a:r>
              <a:rPr lang="zh-CN" altLang="en-US" dirty="0"/>
              <a:t>第</a:t>
            </a:r>
            <a:r>
              <a:rPr lang="en-US" altLang="zh-CN" dirty="0"/>
              <a:t>8</a:t>
            </a:r>
            <a:r>
              <a:rPr lang="zh-CN" altLang="en-US" dirty="0"/>
              <a:t>章  </a:t>
            </a:r>
            <a:r>
              <a:rPr lang="zh-CN" altLang="en-US" dirty="0" smtClean="0"/>
              <a:t>文件系统</a:t>
            </a:r>
            <a:endParaRPr lang="en-US" altLang="zh-CN" dirty="0" smtClean="0"/>
          </a:p>
          <a:p>
            <a:r>
              <a:rPr lang="zh-CN" altLang="en-US" dirty="0"/>
              <a:t>第</a:t>
            </a:r>
            <a:r>
              <a:rPr lang="en-US" altLang="zh-CN" dirty="0"/>
              <a:t>9</a:t>
            </a:r>
            <a:r>
              <a:rPr lang="zh-CN" altLang="en-US" dirty="0"/>
              <a:t>章  设备管理</a:t>
            </a:r>
          </a:p>
        </p:txBody>
      </p:sp>
      <p:sp>
        <p:nvSpPr>
          <p:cNvPr id="4" name="灯片编号占位符 3"/>
          <p:cNvSpPr>
            <a:spLocks noGrp="1"/>
          </p:cNvSpPr>
          <p:nvPr>
            <p:ph type="sldNum" sz="quarter" idx="11"/>
          </p:nvPr>
        </p:nvSpPr>
        <p:spPr/>
        <p:txBody>
          <a:bodyPr>
            <a:normAutofit fontScale="85000" lnSpcReduction="20000"/>
          </a:bodyPr>
          <a:lstStyle/>
          <a:p>
            <a:pPr>
              <a:defRPr/>
            </a:pPr>
            <a:fld id="{467D10C6-15A9-45D8-B60C-ED0C3CC3B8D1}" type="slidenum">
              <a:rPr lang="zh-CN" altLang="en-US" smtClean="0"/>
              <a:pPr>
                <a:defRPr/>
              </a:pPr>
              <a:t>7</a:t>
            </a:fld>
            <a:endParaRPr lang="en-US" altLang="zh-CN"/>
          </a:p>
        </p:txBody>
      </p:sp>
    </p:spTree>
    <p:extLst>
      <p:ext uri="{BB962C8B-B14F-4D97-AF65-F5344CB8AC3E}">
        <p14:creationId xmlns="" xmlns:p14="http://schemas.microsoft.com/office/powerpoint/2010/main" val="3228037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itchFamily="34" charset="-122"/>
                <a:ea typeface="微软雅黑" pitchFamily="34" charset="-122"/>
                <a:sym typeface="Times New Roman" pitchFamily="18" charset="0"/>
              </a:rPr>
              <a:t>教材、参考书</a:t>
            </a:r>
            <a:endParaRPr lang="zh-CN" altLang="en-US" dirty="0">
              <a:latin typeface="微软雅黑" pitchFamily="34" charset="-122"/>
              <a:ea typeface="微软雅黑" pitchFamily="34" charset="-122"/>
              <a:sym typeface="Times New Roman" pitchFamily="18" charset="0"/>
            </a:endParaRPr>
          </a:p>
        </p:txBody>
      </p:sp>
      <p:sp>
        <p:nvSpPr>
          <p:cNvPr id="3" name="内容占位符 2"/>
          <p:cNvSpPr>
            <a:spLocks noGrp="1"/>
          </p:cNvSpPr>
          <p:nvPr>
            <p:ph sz="quarter" idx="1"/>
          </p:nvPr>
        </p:nvSpPr>
        <p:spPr>
          <a:xfrm>
            <a:off x="179512" y="1268760"/>
            <a:ext cx="8964488" cy="4968552"/>
          </a:xfrm>
        </p:spPr>
        <p:txBody>
          <a:bodyPr/>
          <a:lstStyle/>
          <a:p>
            <a:pPr marL="298450" lvl="1" indent="-298450">
              <a:lnSpc>
                <a:spcPct val="150000"/>
              </a:lnSpc>
              <a:buClr>
                <a:srgbClr val="993300"/>
              </a:buClr>
              <a:buSzPct val="90000"/>
              <a:buFont typeface="Monotype Sorts" pitchFamily="4" charset="2"/>
              <a:buChar char="n"/>
            </a:pPr>
            <a:r>
              <a:rPr lang="zh-CN" altLang="en-US" sz="2000" dirty="0" smtClean="0">
                <a:latin typeface="微软雅黑" pitchFamily="34" charset="-122"/>
                <a:ea typeface="微软雅黑" pitchFamily="34" charset="-122"/>
                <a:sym typeface="Times New Roman" pitchFamily="18" charset="0"/>
              </a:rPr>
              <a:t>参考教材：</a:t>
            </a:r>
            <a:endParaRPr lang="zh-CN" altLang="en-US" sz="1800" dirty="0" smtClean="0">
              <a:latin typeface="微软雅黑" pitchFamily="34" charset="-122"/>
              <a:ea typeface="微软雅黑" pitchFamily="34" charset="-122"/>
              <a:sym typeface="Times New Roman" pitchFamily="18" charset="0"/>
            </a:endParaRPr>
          </a:p>
          <a:p>
            <a:pPr marL="596900" lvl="2" indent="-298450">
              <a:lnSpc>
                <a:spcPct val="150000"/>
              </a:lnSpc>
              <a:buClr>
                <a:srgbClr val="993300"/>
              </a:buClr>
              <a:buSzPct val="90000"/>
              <a:buFont typeface="Monotype Sorts" pitchFamily="4" charset="2"/>
              <a:buChar char="n"/>
            </a:pPr>
            <a:r>
              <a:rPr lang="zh-CN" altLang="en-US" dirty="0" smtClean="0">
                <a:solidFill>
                  <a:srgbClr val="FF0000"/>
                </a:solidFill>
                <a:latin typeface="微软雅黑" pitchFamily="34" charset="-122"/>
                <a:ea typeface="微软雅黑" pitchFamily="34" charset="-122"/>
                <a:sym typeface="Times New Roman" pitchFamily="18" charset="0"/>
              </a:rPr>
              <a:t>计算机操作系统</a:t>
            </a:r>
            <a:r>
              <a:rPr lang="en-US" altLang="zh-CN" dirty="0" smtClean="0">
                <a:solidFill>
                  <a:srgbClr val="FF0000"/>
                </a:solidFill>
                <a:latin typeface="微软雅黑" pitchFamily="34" charset="-122"/>
                <a:ea typeface="微软雅黑" pitchFamily="34" charset="-122"/>
                <a:sym typeface="Times New Roman" pitchFamily="18" charset="0"/>
              </a:rPr>
              <a:t>.</a:t>
            </a:r>
            <a:r>
              <a:rPr lang="zh-CN" altLang="en-US" dirty="0" smtClean="0">
                <a:latin typeface="微软雅黑" pitchFamily="34" charset="-122"/>
                <a:ea typeface="微软雅黑" pitchFamily="34" charset="-122"/>
                <a:sym typeface="Times New Roman" pitchFamily="18" charset="0"/>
              </a:rPr>
              <a:t>汤子瀛</a:t>
            </a:r>
            <a:r>
              <a:rPr lang="en-US" altLang="zh-CN" dirty="0" smtClean="0">
                <a:latin typeface="微软雅黑" pitchFamily="34" charset="-122"/>
                <a:ea typeface="微软雅黑" pitchFamily="34" charset="-122"/>
                <a:sym typeface="Times New Roman" pitchFamily="18" charset="0"/>
              </a:rPr>
              <a:t>, </a:t>
            </a:r>
            <a:r>
              <a:rPr lang="zh-CN" altLang="en-US" dirty="0" smtClean="0">
                <a:latin typeface="微软雅黑" pitchFamily="34" charset="-122"/>
                <a:ea typeface="微软雅黑" pitchFamily="34" charset="-122"/>
                <a:sym typeface="Times New Roman" pitchFamily="18" charset="0"/>
              </a:rPr>
              <a:t>哲凤屏</a:t>
            </a:r>
            <a:r>
              <a:rPr lang="en-US" altLang="zh-CN" dirty="0" smtClean="0">
                <a:latin typeface="微软雅黑" pitchFamily="34" charset="-122"/>
                <a:ea typeface="微软雅黑" pitchFamily="34" charset="-122"/>
                <a:sym typeface="Times New Roman" pitchFamily="18" charset="0"/>
              </a:rPr>
              <a:t>, </a:t>
            </a:r>
            <a:r>
              <a:rPr lang="zh-CN" altLang="en-US" dirty="0" smtClean="0">
                <a:latin typeface="微软雅黑" pitchFamily="34" charset="-122"/>
                <a:ea typeface="微软雅黑" pitchFamily="34" charset="-122"/>
                <a:sym typeface="Times New Roman" pitchFamily="18" charset="0"/>
              </a:rPr>
              <a:t>汤小丹</a:t>
            </a:r>
            <a:r>
              <a:rPr lang="en-US" altLang="zh-CN" dirty="0" smtClean="0">
                <a:latin typeface="微软雅黑" pitchFamily="34" charset="-122"/>
                <a:ea typeface="微软雅黑" pitchFamily="34" charset="-122"/>
                <a:sym typeface="Times New Roman" pitchFamily="18" charset="0"/>
              </a:rPr>
              <a:t>.</a:t>
            </a:r>
            <a:r>
              <a:rPr lang="zh-CN" altLang="en-US" dirty="0" smtClean="0">
                <a:latin typeface="微软雅黑" pitchFamily="34" charset="-122"/>
                <a:ea typeface="微软雅黑" pitchFamily="34" charset="-122"/>
                <a:sym typeface="Times New Roman" pitchFamily="18" charset="0"/>
              </a:rPr>
              <a:t>西安电子科技大学出版社</a:t>
            </a:r>
            <a:r>
              <a:rPr lang="en-US" altLang="zh-CN" dirty="0" smtClean="0">
                <a:latin typeface="微软雅黑" pitchFamily="34" charset="-122"/>
                <a:ea typeface="微软雅黑" pitchFamily="34" charset="-122"/>
                <a:sym typeface="Times New Roman" pitchFamily="18" charset="0"/>
              </a:rPr>
              <a:t>, 2014.</a:t>
            </a:r>
          </a:p>
          <a:p>
            <a:pPr marL="596900" lvl="2" indent="-298450">
              <a:lnSpc>
                <a:spcPct val="150000"/>
              </a:lnSpc>
              <a:buClr>
                <a:srgbClr val="993300"/>
              </a:buClr>
              <a:buSzPct val="90000"/>
              <a:buFont typeface="Monotype Sorts" pitchFamily="4" charset="2"/>
              <a:buChar char="n"/>
            </a:pPr>
            <a:r>
              <a:rPr lang="zh-CN" altLang="en-US" dirty="0" smtClean="0">
                <a:solidFill>
                  <a:srgbClr val="FF0000"/>
                </a:solidFill>
                <a:latin typeface="微软雅黑" pitchFamily="34" charset="-122"/>
                <a:ea typeface="微软雅黑" pitchFamily="34" charset="-122"/>
                <a:sym typeface="Times New Roman" pitchFamily="18" charset="0"/>
              </a:rPr>
              <a:t>操作系统概念</a:t>
            </a:r>
            <a:r>
              <a:rPr lang="zh-CN" altLang="en-US" dirty="0" smtClean="0">
                <a:latin typeface="微软雅黑" pitchFamily="34" charset="-122"/>
                <a:ea typeface="微软雅黑" pitchFamily="34" charset="-122"/>
                <a:sym typeface="Times New Roman" pitchFamily="18" charset="0"/>
              </a:rPr>
              <a:t>（翻译版，第7版）. </a:t>
            </a:r>
            <a:r>
              <a:rPr lang="zh-CN" altLang="en-US" dirty="0" smtClean="0">
                <a:latin typeface="微软雅黑" pitchFamily="34" charset="-122"/>
                <a:ea typeface="微软雅黑" pitchFamily="34" charset="-122"/>
              </a:rPr>
              <a:t>Abraham Silberschatz. </a:t>
            </a:r>
            <a:r>
              <a:rPr lang="zh-CN" altLang="en-US" dirty="0" smtClean="0">
                <a:latin typeface="微软雅黑" pitchFamily="34" charset="-122"/>
                <a:ea typeface="微软雅黑" pitchFamily="34" charset="-122"/>
                <a:sym typeface="Times New Roman" pitchFamily="18" charset="0"/>
              </a:rPr>
              <a:t>郑扣根译. 高等教育出版社. 2010.1。</a:t>
            </a:r>
            <a:endParaRPr lang="zh-CN" altLang="en-US" sz="1300" dirty="0" smtClean="0">
              <a:latin typeface="微软雅黑" pitchFamily="34" charset="-122"/>
              <a:ea typeface="微软雅黑" pitchFamily="34" charset="-122"/>
              <a:sym typeface="Times New Roman" pitchFamily="18" charset="0"/>
            </a:endParaRPr>
          </a:p>
          <a:p>
            <a:pPr marL="596900" lvl="2" indent="-298450">
              <a:lnSpc>
                <a:spcPct val="150000"/>
              </a:lnSpc>
              <a:buClr>
                <a:srgbClr val="993300"/>
              </a:buClr>
              <a:buSzPct val="90000"/>
              <a:buFont typeface="Monotype Sorts" pitchFamily="4" charset="2"/>
              <a:buChar char="n"/>
            </a:pPr>
            <a:r>
              <a:rPr lang="en-US" altLang="zh-CN" dirty="0" smtClean="0">
                <a:solidFill>
                  <a:srgbClr val="FF0000"/>
                </a:solidFill>
                <a:latin typeface="微软雅黑" pitchFamily="34" charset="-122"/>
                <a:ea typeface="微软雅黑" pitchFamily="34" charset="-122"/>
                <a:sym typeface="Times New Roman" pitchFamily="18" charset="0"/>
              </a:rPr>
              <a:t> </a:t>
            </a:r>
            <a:r>
              <a:rPr lang="zh-CN" altLang="en-US" dirty="0" smtClean="0">
                <a:solidFill>
                  <a:srgbClr val="FF0000"/>
                </a:solidFill>
                <a:latin typeface="微软雅黑" pitchFamily="34" charset="-122"/>
                <a:ea typeface="微软雅黑" pitchFamily="34" charset="-122"/>
                <a:sym typeface="Times New Roman" pitchFamily="18" charset="0"/>
              </a:rPr>
              <a:t>独辟蹊径品内核</a:t>
            </a:r>
            <a:r>
              <a:rPr lang="en-US" altLang="zh-CN" dirty="0" smtClean="0">
                <a:solidFill>
                  <a:srgbClr val="FF0000"/>
                </a:solidFill>
                <a:latin typeface="微软雅黑" pitchFamily="34" charset="-122"/>
                <a:ea typeface="微软雅黑" pitchFamily="34" charset="-122"/>
                <a:sym typeface="Times New Roman" pitchFamily="18" charset="0"/>
              </a:rPr>
              <a:t>.</a:t>
            </a:r>
            <a:r>
              <a:rPr lang="zh-CN" altLang="en-US" dirty="0" smtClean="0">
                <a:latin typeface="微软雅黑" pitchFamily="34" charset="-122"/>
                <a:ea typeface="微软雅黑" pitchFamily="34" charset="-122"/>
                <a:sym typeface="Times New Roman" pitchFamily="18" charset="0"/>
              </a:rPr>
              <a:t>李云华</a:t>
            </a:r>
            <a:r>
              <a:rPr lang="en-US" altLang="zh-CN" dirty="0" smtClean="0">
                <a:latin typeface="微软雅黑" pitchFamily="34" charset="-122"/>
                <a:ea typeface="微软雅黑" pitchFamily="34" charset="-122"/>
                <a:sym typeface="Times New Roman" pitchFamily="18" charset="0"/>
              </a:rPr>
              <a:t>. </a:t>
            </a:r>
            <a:r>
              <a:rPr lang="zh-CN" altLang="en-US" dirty="0" smtClean="0">
                <a:latin typeface="微软雅黑" pitchFamily="34" charset="-122"/>
                <a:ea typeface="微软雅黑" pitchFamily="34" charset="-122"/>
                <a:sym typeface="Times New Roman" pitchFamily="18" charset="0"/>
              </a:rPr>
              <a:t>电子工业出版社</a:t>
            </a:r>
            <a:r>
              <a:rPr lang="en-US" altLang="zh-CN" dirty="0" smtClean="0">
                <a:latin typeface="微软雅黑" pitchFamily="34" charset="-122"/>
                <a:ea typeface="微软雅黑" pitchFamily="34" charset="-122"/>
                <a:sym typeface="Times New Roman" pitchFamily="18" charset="0"/>
              </a:rPr>
              <a:t>. 2009</a:t>
            </a:r>
            <a:r>
              <a:rPr lang="zh-CN" altLang="en-US" dirty="0" smtClean="0">
                <a:latin typeface="微软雅黑" pitchFamily="34" charset="-122"/>
                <a:ea typeface="微软雅黑" pitchFamily="34" charset="-122"/>
                <a:sym typeface="Times New Roman" pitchFamily="18" charset="0"/>
              </a:rPr>
              <a:t>。</a:t>
            </a:r>
            <a:endParaRPr lang="en-US" altLang="zh-CN" dirty="0" smtClean="0">
              <a:latin typeface="微软雅黑" pitchFamily="34" charset="-122"/>
              <a:ea typeface="微软雅黑" pitchFamily="34" charset="-122"/>
              <a:sym typeface="Times New Roman" pitchFamily="18" charset="0"/>
            </a:endParaRPr>
          </a:p>
          <a:p>
            <a:pPr marL="596900" lvl="2" indent="-298450">
              <a:lnSpc>
                <a:spcPct val="150000"/>
              </a:lnSpc>
              <a:buClr>
                <a:srgbClr val="993300"/>
              </a:buClr>
              <a:buSzPct val="90000"/>
              <a:buFont typeface="Monotype Sorts" pitchFamily="4" charset="2"/>
              <a:buChar char="n"/>
            </a:pPr>
            <a:r>
              <a:rPr lang="zh-CN" altLang="en-US" dirty="0" smtClean="0">
                <a:solidFill>
                  <a:srgbClr val="FF0000"/>
                </a:solidFill>
                <a:latin typeface="微软雅黑" pitchFamily="34" charset="-122"/>
                <a:ea typeface="微软雅黑" pitchFamily="34" charset="-122"/>
                <a:sym typeface="Times New Roman" pitchFamily="18" charset="0"/>
              </a:rPr>
              <a:t>深入 </a:t>
            </a:r>
            <a:r>
              <a:rPr lang="en-US" altLang="zh-CN" dirty="0" smtClean="0">
                <a:solidFill>
                  <a:srgbClr val="FF0000"/>
                </a:solidFill>
                <a:latin typeface="微软雅黑" pitchFamily="34" charset="-122"/>
                <a:ea typeface="微软雅黑" pitchFamily="34" charset="-122"/>
                <a:sym typeface="Times New Roman" pitchFamily="18" charset="0"/>
              </a:rPr>
              <a:t>Linux </a:t>
            </a:r>
            <a:r>
              <a:rPr lang="zh-CN" altLang="en-US" dirty="0" smtClean="0">
                <a:solidFill>
                  <a:srgbClr val="FF0000"/>
                </a:solidFill>
                <a:latin typeface="微软雅黑" pitchFamily="34" charset="-122"/>
                <a:ea typeface="微软雅黑" pitchFamily="34" charset="-122"/>
                <a:sym typeface="Times New Roman" pitchFamily="18" charset="0"/>
              </a:rPr>
              <a:t>内核架构</a:t>
            </a:r>
            <a:r>
              <a:rPr lang="en-US" altLang="zh-CN" dirty="0" smtClean="0">
                <a:solidFill>
                  <a:srgbClr val="FF0000"/>
                </a:solidFill>
                <a:latin typeface="微软雅黑" pitchFamily="34" charset="-122"/>
                <a:ea typeface="微软雅黑" pitchFamily="34" charset="-122"/>
                <a:sym typeface="Times New Roman" pitchFamily="18" charset="0"/>
              </a:rPr>
              <a:t>. </a:t>
            </a:r>
            <a:r>
              <a:rPr lang="en-US" altLang="en-US" dirty="0" err="1" smtClean="0">
                <a:latin typeface="微软雅黑" pitchFamily="34" charset="-122"/>
                <a:ea typeface="微软雅黑" pitchFamily="34" charset="-122"/>
                <a:sym typeface="Times New Roman" pitchFamily="18" charset="0"/>
              </a:rPr>
              <a:t>Mauerer</a:t>
            </a:r>
            <a:r>
              <a:rPr lang="en-US" altLang="en-US" dirty="0" smtClean="0">
                <a:latin typeface="微软雅黑" pitchFamily="34" charset="-122"/>
                <a:ea typeface="微软雅黑" pitchFamily="34" charset="-122"/>
                <a:sym typeface="Times New Roman" pitchFamily="18" charset="0"/>
              </a:rPr>
              <a:t> W, </a:t>
            </a:r>
            <a:r>
              <a:rPr lang="zh-CN" altLang="en-US" dirty="0" smtClean="0">
                <a:latin typeface="微软雅黑" pitchFamily="34" charset="-122"/>
                <a:ea typeface="微软雅黑" pitchFamily="34" charset="-122"/>
                <a:sym typeface="Times New Roman" pitchFamily="18" charset="0"/>
              </a:rPr>
              <a:t>郭旭</a:t>
            </a:r>
            <a:r>
              <a:rPr lang="en-US" altLang="zh-CN" dirty="0" smtClean="0">
                <a:latin typeface="微软雅黑" pitchFamily="34" charset="-122"/>
                <a:ea typeface="微软雅黑" pitchFamily="34" charset="-122"/>
                <a:sym typeface="Times New Roman" pitchFamily="18" charset="0"/>
              </a:rPr>
              <a:t>.</a:t>
            </a:r>
            <a:r>
              <a:rPr lang="en-US" altLang="en-US" dirty="0" smtClean="0">
                <a:latin typeface="微软雅黑" pitchFamily="34" charset="-122"/>
                <a:ea typeface="微软雅黑" pitchFamily="34" charset="-122"/>
                <a:sym typeface="Times New Roman" pitchFamily="18" charset="0"/>
              </a:rPr>
              <a:t> </a:t>
            </a:r>
            <a:r>
              <a:rPr lang="zh-CN" altLang="en-US" dirty="0" smtClean="0">
                <a:latin typeface="微软雅黑" pitchFamily="34" charset="-122"/>
                <a:ea typeface="微软雅黑" pitchFamily="34" charset="-122"/>
                <a:sym typeface="Times New Roman" pitchFamily="18" charset="0"/>
              </a:rPr>
              <a:t>人民邮电出版社</a:t>
            </a:r>
            <a:r>
              <a:rPr lang="en-US" altLang="zh-CN" dirty="0" smtClean="0">
                <a:latin typeface="微软雅黑" pitchFamily="34" charset="-122"/>
                <a:ea typeface="微软雅黑" pitchFamily="34" charset="-122"/>
                <a:sym typeface="Times New Roman" pitchFamily="18" charset="0"/>
              </a:rPr>
              <a:t>.</a:t>
            </a:r>
            <a:r>
              <a:rPr lang="en-US" altLang="en-US" dirty="0" smtClean="0">
                <a:latin typeface="微软雅黑" pitchFamily="34" charset="-122"/>
                <a:ea typeface="微软雅黑" pitchFamily="34" charset="-122"/>
                <a:sym typeface="Times New Roman" pitchFamily="18" charset="0"/>
              </a:rPr>
              <a:t>2010.</a:t>
            </a:r>
            <a:endParaRPr lang="zh-CN" altLang="en-US" dirty="0" smtClean="0">
              <a:latin typeface="微软雅黑" pitchFamily="34" charset="-122"/>
              <a:ea typeface="微软雅黑" pitchFamily="34" charset="-122"/>
              <a:sym typeface="Times New Roman" pitchFamily="18" charset="0"/>
            </a:endParaRPr>
          </a:p>
        </p:txBody>
      </p:sp>
      <p:sp>
        <p:nvSpPr>
          <p:cNvPr id="4" name="灯片编号占位符 3"/>
          <p:cNvSpPr>
            <a:spLocks noGrp="1"/>
          </p:cNvSpPr>
          <p:nvPr>
            <p:ph type="sldNum" sz="quarter" idx="11"/>
          </p:nvPr>
        </p:nvSpPr>
        <p:spPr/>
        <p:txBody>
          <a:bodyPr>
            <a:normAutofit fontScale="85000" lnSpcReduction="20000"/>
          </a:bodyPr>
          <a:lstStyle/>
          <a:p>
            <a:pPr>
              <a:defRPr/>
            </a:pPr>
            <a:fld id="{467D10C6-15A9-45D8-B60C-ED0C3CC3B8D1}" type="slidenum">
              <a:rPr lang="zh-CN" altLang="en-US" smtClean="0"/>
              <a:pPr>
                <a:defRPr/>
              </a:pPr>
              <a:t>8</a:t>
            </a:fld>
            <a:endParaRPr lang="en-US" altLang="zh-CN"/>
          </a:p>
        </p:txBody>
      </p:sp>
      <p:pic>
        <p:nvPicPr>
          <p:cNvPr id="5" name="Picture 5"/>
          <p:cNvPicPr>
            <a:picLocks noChangeAspect="1" noChangeArrowheads="1"/>
          </p:cNvPicPr>
          <p:nvPr/>
        </p:nvPicPr>
        <p:blipFill>
          <a:blip r:embed="rId2"/>
          <a:srcRect/>
          <a:stretch>
            <a:fillRect/>
          </a:stretch>
        </p:blipFill>
        <p:spPr bwMode="auto">
          <a:xfrm>
            <a:off x="2714612" y="4500570"/>
            <a:ext cx="1598356" cy="1857388"/>
          </a:xfrm>
          <a:prstGeom prst="rect">
            <a:avLst/>
          </a:prstGeom>
          <a:noFill/>
          <a:ln w="9525">
            <a:noFill/>
            <a:miter lim="800000"/>
            <a:headEnd/>
            <a:tailEnd/>
          </a:ln>
        </p:spPr>
      </p:pic>
      <p:pic>
        <p:nvPicPr>
          <p:cNvPr id="65538" name="Picture 2"/>
          <p:cNvPicPr>
            <a:picLocks noChangeAspect="1" noChangeArrowheads="1"/>
          </p:cNvPicPr>
          <p:nvPr/>
        </p:nvPicPr>
        <p:blipFill>
          <a:blip r:embed="rId3"/>
          <a:srcRect/>
          <a:stretch>
            <a:fillRect/>
          </a:stretch>
        </p:blipFill>
        <p:spPr bwMode="auto">
          <a:xfrm>
            <a:off x="4929190" y="4429132"/>
            <a:ext cx="1507260" cy="1928826"/>
          </a:xfrm>
          <a:prstGeom prst="rect">
            <a:avLst/>
          </a:prstGeom>
          <a:noFill/>
          <a:ln w="9525">
            <a:noFill/>
            <a:miter lim="800000"/>
            <a:headEnd/>
            <a:tailEnd/>
          </a:ln>
          <a:effectLst/>
        </p:spPr>
      </p:pic>
      <p:pic>
        <p:nvPicPr>
          <p:cNvPr id="65539" name="Picture 3"/>
          <p:cNvPicPr>
            <a:picLocks noChangeAspect="1" noChangeArrowheads="1"/>
          </p:cNvPicPr>
          <p:nvPr/>
        </p:nvPicPr>
        <p:blipFill>
          <a:blip r:embed="rId4"/>
          <a:srcRect/>
          <a:stretch>
            <a:fillRect/>
          </a:stretch>
        </p:blipFill>
        <p:spPr bwMode="auto">
          <a:xfrm>
            <a:off x="6786578" y="4429132"/>
            <a:ext cx="1603555" cy="1928826"/>
          </a:xfrm>
          <a:prstGeom prst="rect">
            <a:avLst/>
          </a:prstGeom>
          <a:noFill/>
          <a:ln w="9525">
            <a:noFill/>
            <a:miter lim="800000"/>
            <a:headEnd/>
            <a:tailEnd/>
          </a:ln>
          <a:effectLst/>
        </p:spPr>
      </p:pic>
      <p:pic>
        <p:nvPicPr>
          <p:cNvPr id="69633" name="Picture 1"/>
          <p:cNvPicPr>
            <a:picLocks noChangeAspect="1" noChangeArrowheads="1"/>
          </p:cNvPicPr>
          <p:nvPr/>
        </p:nvPicPr>
        <p:blipFill>
          <a:blip r:embed="rId5"/>
          <a:srcRect/>
          <a:stretch>
            <a:fillRect/>
          </a:stretch>
        </p:blipFill>
        <p:spPr bwMode="auto">
          <a:xfrm>
            <a:off x="571472" y="4429132"/>
            <a:ext cx="1571636" cy="197965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normAutofit fontScale="85000" lnSpcReduction="20000"/>
          </a:bodyPr>
          <a:lstStyle/>
          <a:p>
            <a:pPr>
              <a:defRPr/>
            </a:pPr>
            <a:fld id="{F1D89CC5-1E91-4B07-A49D-F0591162D17E}" type="slidenum">
              <a:rPr lang="zh-CN" altLang="en-US" smtClean="0"/>
              <a:pPr>
                <a:defRPr/>
              </a:pPr>
              <a:t>9</a:t>
            </a:fld>
            <a:endParaRPr lang="en-US" altLang="zh-CN"/>
          </a:p>
        </p:txBody>
      </p:sp>
      <p:sp>
        <p:nvSpPr>
          <p:cNvPr id="293890" name="Text Box 15"/>
          <p:cNvSpPr txBox="1">
            <a:spLocks noChangeArrowheads="1"/>
          </p:cNvSpPr>
          <p:nvPr/>
        </p:nvSpPr>
        <p:spPr bwMode="auto">
          <a:xfrm>
            <a:off x="304800" y="2781300"/>
            <a:ext cx="8839200" cy="1016000"/>
          </a:xfrm>
          <a:prstGeom prst="rect">
            <a:avLst/>
          </a:prstGeom>
          <a:noFill/>
          <a:ln w="9525">
            <a:noFill/>
            <a:miter lim="800000"/>
          </a:ln>
        </p:spPr>
        <p:txBody>
          <a:bodyPr>
            <a:spAutoFit/>
          </a:bodyPr>
          <a:lstStyle/>
          <a:p>
            <a:pPr algn="ctr"/>
            <a:r>
              <a:rPr lang="zh-CN" altLang="en-US" sz="6000">
                <a:solidFill>
                  <a:srgbClr val="3737C3"/>
                </a:solidFill>
                <a:latin typeface="华文新魏" panose="02010800040101010101" charset="-122"/>
                <a:ea typeface="华文新魏" panose="02010800040101010101" charset="-122"/>
                <a:cs typeface="华文新魏" panose="02010800040101010101" charset="-122"/>
              </a:rPr>
              <a:t>谢谢！</a:t>
            </a:r>
            <a:endParaRPr lang="en-US" altLang="zh-CN" sz="6000">
              <a:solidFill>
                <a:srgbClr val="3737C3"/>
              </a:solidFill>
              <a:latin typeface="华文新魏" panose="02010800040101010101" charset="-122"/>
              <a:ea typeface="华文新魏" panose="02010800040101010101" charset="-122"/>
              <a:cs typeface="华文新魏" panose="02010800040101010101" charset="-122"/>
            </a:endParaRPr>
          </a:p>
        </p:txBody>
      </p:sp>
      <p:sp>
        <p:nvSpPr>
          <p:cNvPr id="6" name="Rectangle 5"/>
          <p:cNvSpPr/>
          <p:nvPr/>
        </p:nvSpPr>
        <p:spPr>
          <a:xfrm>
            <a:off x="8172450" y="-26988"/>
            <a:ext cx="958850" cy="8953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293892" name="Picture 6"/>
          <p:cNvPicPr>
            <a:picLocks noChangeAspect="1"/>
          </p:cNvPicPr>
          <p:nvPr/>
        </p:nvPicPr>
        <p:blipFill>
          <a:blip r:embed="rId3" cstate="print"/>
          <a:srcRect/>
          <a:stretch>
            <a:fillRect/>
          </a:stretch>
        </p:blipFill>
        <p:spPr bwMode="auto">
          <a:xfrm>
            <a:off x="6372225" y="188913"/>
            <a:ext cx="2622550" cy="646112"/>
          </a:xfrm>
          <a:prstGeom prst="rect">
            <a:avLst/>
          </a:prstGeom>
          <a:noFill/>
          <a:ln w="9525">
            <a:noFill/>
            <a:miter lim="800000"/>
            <a:headEnd/>
            <a:tailEnd/>
          </a:ln>
        </p:spPr>
      </p:pic>
    </p:spTree>
  </p:cSld>
  <p:clrMapOvr>
    <a:masterClrMapping/>
  </p:clrMapOvr>
  <p:transition advTm="3985"/>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EMPLATE_TOPIC_ID" val="2869567"/>
  <p:tag name="KSO_WM_TEMPLATE_OUTLINE_ID" val="15"/>
  <p:tag name="KSO_WM_TEMPLATE_SCENE_ID" val="1"/>
  <p:tag name="KSO_WM_TEMPLATE_JOB_ID" val="2"/>
  <p:tag name="KSO_WM_TEMPLATE_TOPIC_DEFAULT" val="1"/>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spDef>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eme2">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otalTime>9141</TotalTime>
  <Words>399</Words>
  <Application>Microsoft Office PowerPoint</Application>
  <PresentationFormat>全屏显示(4:3)</PresentationFormat>
  <Paragraphs>60</Paragraphs>
  <Slides>9</Slides>
  <Notes>2</Notes>
  <HiddenSlides>0</HiddenSlides>
  <MMClips>0</MMClips>
  <ScaleCrop>false</ScaleCrop>
  <HeadingPairs>
    <vt:vector size="6" baseType="variant">
      <vt:variant>
        <vt:lpstr>主题</vt:lpstr>
      </vt:variant>
      <vt:variant>
        <vt:i4>4</vt:i4>
      </vt:variant>
      <vt:variant>
        <vt:lpstr>嵌入 OLE 服务器</vt:lpstr>
      </vt:variant>
      <vt:variant>
        <vt:i4>1</vt:i4>
      </vt:variant>
      <vt:variant>
        <vt:lpstr>幻灯片标题</vt:lpstr>
      </vt:variant>
      <vt:variant>
        <vt:i4>9</vt:i4>
      </vt:variant>
    </vt:vector>
  </HeadingPairs>
  <TitlesOfParts>
    <vt:vector size="14" baseType="lpstr">
      <vt:lpstr>Median</vt:lpstr>
      <vt:lpstr>自定义设计方案</vt:lpstr>
      <vt:lpstr>Office 主题</vt:lpstr>
      <vt:lpstr>Theme2</vt:lpstr>
      <vt:lpstr>Image</vt:lpstr>
      <vt:lpstr>操作系统原理</vt:lpstr>
      <vt:lpstr>中美贸易战</vt:lpstr>
      <vt:lpstr>中兴被制裁</vt:lpstr>
      <vt:lpstr>基本情况</vt:lpstr>
      <vt:lpstr>教学目的和作用</vt:lpstr>
      <vt:lpstr>课程考核</vt:lpstr>
      <vt:lpstr>课程安排</vt:lpstr>
      <vt:lpstr>教材、参考书</vt:lpstr>
      <vt:lpstr>幻灯片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Recommender Systems:  From Personalization to Globalization</dc:title>
  <dc:creator>QI</dc:creator>
  <cp:lastModifiedBy>DELL</cp:lastModifiedBy>
  <cp:revision>4241</cp:revision>
  <dcterms:created xsi:type="dcterms:W3CDTF">2012-08-24T15:45:00Z</dcterms:created>
  <dcterms:modified xsi:type="dcterms:W3CDTF">2018-08-07T05:29:39Z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2052-10.1.0.7245</vt:lpwstr>
  </property>
  <property fmtid="{D5CDD505-2E9C-101B-9397-08002B2CF9AE}" pid="3" name="KSORubyTemplateID">
    <vt:lpwstr>2</vt:lpwstr>
  </property>
</Properties>
</file>